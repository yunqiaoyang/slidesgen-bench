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2.xml"/>
  <Override ContentType="application/vnd.openxmlformats-officedocument.presentationml.tags+xml" PartName="/ppt/tags/tag117.xml"/>
  <Override ContentType="application/vnd.openxmlformats-officedocument.presentationml.tags+xml" PartName="/ppt/tags/tag527.xml"/>
  <Override ContentType="application/vnd.openxmlformats-officedocument.presentationml.tags+xml" PartName="/ppt/tags/tag1629.xml"/>
  <Override ContentType="application/vnd.openxmlformats-officedocument.presentationml.tags+xml" PartName="/ppt/tags/tag2125.xml"/>
  <Override ContentType="application/vnd.openxmlformats-officedocument.presentationml.tags+xml" PartName="/ppt/tags/tag2824.xml"/>
  <Override ContentType="application/vnd.openxmlformats-officedocument.presentationml.tags+xml" PartName="/ppt/tags/tag4726.xml"/>
  <Override ContentType="application/vnd.openxmlformats-officedocument.presentationml.tags+xml" PartName="/ppt/tags/tag8212.xml"/>
  <Override ContentType="application/vnd.openxmlformats-officedocument.presentationml.tags+xml" PartName="/ppt/tags/tag9823.xml"/>
  <Override ContentType="application/vnd.openxmlformats-officedocument.presentationml.tags+xml" PartName="/ppt/tags/tag9828.xml"/>
  <Override ContentType="application/vnd.openxmlformats-officedocument.presentationml.tags+xml" PartName="/ppt/tags/tag12211.xml"/>
  <Override ContentType="application/vnd.openxmlformats-officedocument.presentationml.tags+xml" PartName="/ppt/tags/tag14213.xml"/>
  <Override ContentType="application/vnd.openxmlformats-officedocument.presentationml.tags+xml" PartName="/ppt/tags/tag19216.xml"/>
  <Override ContentType="application/vnd.openxmlformats-officedocument.presentationml.tags+xml" PartName="/ppt/tags/tag28210.xml"/>
  <Override ContentType="application/vnd.openxmlformats-officedocument.presentationml.tags+xml" PartName="/ppt/tags/tag28214.xml"/>
  <Override ContentType="application/vnd.openxmlformats-officedocument.presentationml.tags+xml" PartName="/ppt/tags/tag632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5ed3981f7a234790"/>
    <p:sldId id="257" r:id="R5db0cec46f414005"/>
    <p:sldId id="258" r:id="R31a5f7141ab54328"/>
    <p:sldId id="259" r:id="R0836d5594d8e4caa"/>
    <p:sldId id="260" r:id="Rfd34765e553b4407"/>
    <p:sldId id="261" r:id="R2563d5cffa134562"/>
    <p:sldId id="262" r:id="R601ce4b4261548ee"/>
    <p:sldId id="263" r:id="R255e59d772d0490d"/>
    <p:sldId id="264" r:id="Rbfaf0a0737b84377"/>
    <p:sldId id="265" r:id="R525be17bdae044ee"/>
    <p:sldId id="266" r:id="R8e315b3ee0a24228"/>
    <p:sldId id="267" r:id="R882faa446fe94329"/>
    <p:sldId id="268" r:id="R99876babc97e482b"/>
    <p:sldId id="269" r:id="R716eb04d6aa64cf3"/>
    <p:sldId id="270" r:id="Re544767c32714db5"/>
    <p:sldId id="271" r:id="R051ccf7f08fe49ba"/>
    <p:sldId id="272" r:id="Rb552e4121a3d40a2"/>
    <p:sldId id="273" r:id="R84dd4c59dc614584"/>
    <p:sldId id="274" r:id="R894772ec937a4dfe"/>
    <p:sldId id="275" r:id="Re2d9db7659eb4948"/>
    <p:sldId id="276" r:id="Re942abbd8654402f"/>
    <p:sldId id="277" r:id="R2aa7193ffd8c481f"/>
    <p:sldId id="278" r:id="Rf01d8bc80f3e47fd"/>
    <p:sldId id="279" r:id="Radffb0ac0dbf481f"/>
    <p:sldId id="280" r:id="R3195f7afe284457a"/>
    <p:sldId id="281" r:id="Re488d5b6f37a4686"/>
    <p:sldId id="282" r:id="R93facbe1a1444171"/>
    <p:sldId id="283" r:id="R4a460f829aa240c0"/>
    <p:sldId id="284" r:id="Rfd966573ece04476"/>
    <p:sldId id="285" r:id="Rd3c084e932f3472b"/>
    <p:sldId id="286" r:id="Rb2027ce93189447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1494" y="112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051ccf7f08fe49ba" Target="slides/slide21.xml" Type="http://schemas.openxmlformats.org/officeDocument/2006/relationships/slide"/><Relationship Id="R0836d5594d8e4caa" Target="slides/slide9.xml" Type="http://schemas.openxmlformats.org/officeDocument/2006/relationships/slide"/><Relationship Id="R255e59d772d0490d" Target="slides/slide13.xml" Type="http://schemas.openxmlformats.org/officeDocument/2006/relationships/slide"/><Relationship Id="R2563d5cffa134562" Target="slides/slide11.xml" Type="http://schemas.openxmlformats.org/officeDocument/2006/relationships/slide"/><Relationship Id="R2aa7193ffd8c481f" Target="slides/slide27.xml" Type="http://schemas.openxmlformats.org/officeDocument/2006/relationships/slide"/><Relationship Id="R3195f7afe284457a" Target="slides/slide30.xml" Type="http://schemas.openxmlformats.org/officeDocument/2006/relationships/slide"/><Relationship Id="R31a5f7141ab54328" Target="slides/slide8.xml" Type="http://schemas.openxmlformats.org/officeDocument/2006/relationships/slide"/><Relationship Id="R4a460f829aa240c0" Target="slides/slide33.xml" Type="http://schemas.openxmlformats.org/officeDocument/2006/relationships/slide"/><Relationship Id="R525be17bdae044ee" Target="slides/slide15.xml" Type="http://schemas.openxmlformats.org/officeDocument/2006/relationships/slide"/><Relationship Id="R5db0cec46f414005" Target="slides/slide7.xml" Type="http://schemas.openxmlformats.org/officeDocument/2006/relationships/slide"/><Relationship Id="R5ed3981f7a234790" Target="slides/slide6.xml" Type="http://schemas.openxmlformats.org/officeDocument/2006/relationships/slide"/><Relationship Id="R601ce4b4261548ee" Target="slides/slide12.xml" Type="http://schemas.openxmlformats.org/officeDocument/2006/relationships/slide"/><Relationship Id="R716eb04d6aa64cf3" Target="slides/slide19.xml" Type="http://schemas.openxmlformats.org/officeDocument/2006/relationships/slide"/><Relationship Id="R84dd4c59dc614584" Target="slides/slide23.xml" Type="http://schemas.openxmlformats.org/officeDocument/2006/relationships/slide"/><Relationship Id="R882faa446fe94329" Target="slides/slide17.xml" Type="http://schemas.openxmlformats.org/officeDocument/2006/relationships/slide"/><Relationship Id="R894772ec937a4dfe" Target="slides/slide24.xml" Type="http://schemas.openxmlformats.org/officeDocument/2006/relationships/slide"/><Relationship Id="R8e315b3ee0a24228" Target="slides/slide16.xml" Type="http://schemas.openxmlformats.org/officeDocument/2006/relationships/slide"/><Relationship Id="R93facbe1a1444171" Target="slides/slide32.xml" Type="http://schemas.openxmlformats.org/officeDocument/2006/relationships/slide"/><Relationship Id="R99876babc97e482b" Target="slides/slide18.xml" Type="http://schemas.openxmlformats.org/officeDocument/2006/relationships/slide"/><Relationship Id="Radffb0ac0dbf481f" Target="slides/slide29.xml" Type="http://schemas.openxmlformats.org/officeDocument/2006/relationships/slide"/><Relationship Id="Rb2027ce931894473" Target="slides/slide36.xml" Type="http://schemas.openxmlformats.org/officeDocument/2006/relationships/slide"/><Relationship Id="Rb552e4121a3d40a2" Target="slides/slide22.xml" Type="http://schemas.openxmlformats.org/officeDocument/2006/relationships/slide"/><Relationship Id="Rbfaf0a0737b84377" Target="slides/slide14.xml" Type="http://schemas.openxmlformats.org/officeDocument/2006/relationships/slide"/><Relationship Id="Rd3c084e932f3472b" Target="slides/slide35.xml" Type="http://schemas.openxmlformats.org/officeDocument/2006/relationships/slide"/><Relationship Id="Re2d9db7659eb4948" Target="slides/slide25.xml" Type="http://schemas.openxmlformats.org/officeDocument/2006/relationships/slide"/><Relationship Id="Re488d5b6f37a4686" Target="slides/slide31.xml" Type="http://schemas.openxmlformats.org/officeDocument/2006/relationships/slide"/><Relationship Id="Re544767c32714db5" Target="slides/slide20.xml" Type="http://schemas.openxmlformats.org/officeDocument/2006/relationships/slide"/><Relationship Id="Re942abbd8654402f" Target="slides/slide26.xml" Type="http://schemas.openxmlformats.org/officeDocument/2006/relationships/slide"/><Relationship Id="Rf01d8bc80f3e47fd" Target="slides/slide28.xml" Type="http://schemas.openxmlformats.org/officeDocument/2006/relationships/slide"/><Relationship Id="Rfd34765e553b4407" Target="slides/slide10.xml" Type="http://schemas.openxmlformats.org/officeDocument/2006/relationships/slide"/><Relationship Id="Rfd966573ece04476" Target="slides/slide34.xml" Type="http://schemas.openxmlformats.org/officeDocument/2006/relationships/slide"/><Relationship Id="rId1" Target="slideMasters/slideMaster1.xml" Type="http://schemas.openxmlformats.org/officeDocument/2006/relationships/slideMaster"/><Relationship Id="rId15" Target="tags/tag1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D32C1-5F90-4044-A4A8-ABCFEF36BFFC}" type="datetimeFigureOut">
              <a:rPr lang="zh-CN" altLang="en-US" smtClean="0"/>
              <a:t>2024/1/15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48F87-FB25-40F3-A5BA-4D7C744F3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23589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0" name="组合 9" descr="7fc83e7b-6ed9-4746-a334-ff8cf8f18f75"/>
          <p:cNvGrpSpPr/>
          <p:nvPr/>
        </p:nvGrpSpPr>
        <p:grpSpPr>
          <a:xfrm>
            <a:off x="-2" y="0"/>
            <a:ext cx="11510317" cy="6858000"/>
            <a:chOff x="-2" y="0"/>
            <a:chExt cx="11510317" cy="6858000"/>
          </a:xfrm>
        </p:grpSpPr>
        <p:sp>
          <p:nvSpPr>
            <p:cNvPr id="6" name="任意多边形: 形状 5" descr="1b3f423d-8aaf-46ed-8eb1-58ffe5018aa8"/>
            <p:cNvSpPr/>
            <p:nvPr/>
          </p:nvSpPr>
          <p:spPr>
            <a:xfrm flipH="1">
              <a:off x="-2" y="0"/>
              <a:ext cx="6654802" cy="6858000"/>
            </a:xfrm>
            <a:custGeom>
              <a:gdLst>
                <a:gd name="connsiteX0" fmla="*/ 7547430 w 12191999"/>
                <a:gd name="connsiteY0" fmla="*/ 0 h 3819977"/>
                <a:gd name="connsiteX1" fmla="*/ 12191999 w 12191999"/>
                <a:gd name="connsiteY1" fmla="*/ 0 h 3819977"/>
                <a:gd name="connsiteX2" fmla="*/ 12191999 w 12191999"/>
                <a:gd name="connsiteY2" fmla="*/ 3819977 h 3819977"/>
                <a:gd name="connsiteX3" fmla="*/ 7547430 w 12191999"/>
                <a:gd name="connsiteY3" fmla="*/ 3819977 h 3819977"/>
                <a:gd name="connsiteX4" fmla="*/ 0 w 12191999"/>
                <a:gd name="connsiteY4" fmla="*/ 0 h 3819977"/>
                <a:gd name="connsiteX5" fmla="*/ 7416802 w 12191999"/>
                <a:gd name="connsiteY5" fmla="*/ 0 h 3819977"/>
                <a:gd name="connsiteX6" fmla="*/ 7416802 w 12191999"/>
                <a:gd name="connsiteY6" fmla="*/ 3819977 h 3819977"/>
                <a:gd name="connsiteX7" fmla="*/ 0 w 12191999"/>
                <a:gd name="connsiteY7" fmla="*/ 3819977 h 381997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6802" h="3819977">
                  <a:moveTo>
                    <a:pt x="0" y="0"/>
                  </a:moveTo>
                  <a:lnTo>
                    <a:pt x="7416802" y="0"/>
                  </a:lnTo>
                  <a:lnTo>
                    <a:pt x="7416802" y="3819977"/>
                  </a:lnTo>
                  <a:lnTo>
                    <a:pt x="0" y="3819977"/>
                  </a:lnTo>
                </a:path>
              </a:pathLst>
            </a:custGeom>
            <a:blipFill>
              <a:blip r:embed="rId1">
                <a:extLst>
                  <a:ext uri="{28A0092B-C50C-407E-A947-70E740481C1C}">
                    <a14:useLocalDpi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grpSp>
          <p:nvGrpSpPr>
            <p:cNvPr id="9" name="组合 8" descr="a6150f09-733f-4e62-9d52-78a91ab61401"/>
            <p:cNvGrpSpPr/>
            <p:nvPr/>
          </p:nvGrpSpPr>
          <p:grpSpPr>
            <a:xfrm>
              <a:off x="11306913" y="6142629"/>
              <a:ext cx="203402" cy="203402"/>
              <a:chOff x="11306913" y="6142629"/>
              <a:chExt cx="203402" cy="203402"/>
            </a:xfrm>
          </p:grpSpPr>
          <p:sp>
            <p:nvSpPr>
              <p:cNvPr id="7" name="椭圆 6" descr="b1ef4fc4-5340-41e5-b868-44155d06d91a"/>
              <p:cNvSpPr/>
              <p:nvPr/>
            </p:nvSpPr>
            <p:spPr>
              <a:xfrm>
                <a:off x="11306913" y="6142629"/>
                <a:ext cx="203402" cy="203402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箭头: V 形 7" descr="1435d96d-4bd9-44de-bbb3-411b06b0ef88"/>
              <p:cNvSpPr>
                <a:spLocks noChangeAspect="1"/>
              </p:cNvSpPr>
              <p:nvPr/>
            </p:nvSpPr>
            <p:spPr bwMode="auto">
              <a:xfrm>
                <a:off x="11375231" y="6185781"/>
                <a:ext cx="83112" cy="117098"/>
              </a:xfrm>
              <a:prstGeom prst="chevron">
                <a:avLst>
                  <a:gd name="adj" fmla="val 7505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 descr="49e36849-2fff-43d3-b386-f6db5ee5a140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096000" y="1130300"/>
            <a:ext cx="5422900" cy="1942798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5dd34e5a-8e93-4b8e-be93-c2184ee349b9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6096000" y="3347418"/>
            <a:ext cx="5422900" cy="85598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9ac3f58c-b163-466e-9f4b-49bc4dce02ec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096000" y="484251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aa991510-de4b-4b50-907a-ccc410b031db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096000" y="511683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7cd1d363-ca88-4ee6-b058-f62cc50d771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d733acce-fac5-4fa9-9ac8-2c977c82696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722b4ec1-b2a3-4b85-9fc3-331b9d67bbf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93ab66de-d5b8-47ae-b596-7ed25ed1f20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2d0aedfa-a9ec-454b-8539-fba54512e59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3939651c-fe1d-495f-a3f0-eeb0bc61befd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7dcabdc9-487d-4239-9b60-864fb7d80563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552715ac-f5fe-47bc-95ec-90bf18a13bf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8424beb-0db6-45e9-afd7-2c63c31820d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e84ed59-b5e1-4a7c-9e7c-9f55c3d710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94c98639-1730-4a2e-89a6-e0949bcf4b4d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f6df18aa-5d0e-4c37-87d0-28ba03473444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任意多边形: 形状 7" descr="57df0b1d-db0c-4307-aa04-2790385767cd"/>
          <p:cNvSpPr/>
          <p:nvPr/>
        </p:nvSpPr>
        <p:spPr>
          <a:xfrm>
            <a:off x="5537198" y="0"/>
            <a:ext cx="6654802" cy="6858000"/>
          </a:xfrm>
          <a:custGeom>
            <a:gdLst>
              <a:gd name="connsiteX0" fmla="*/ 7547430 w 12191999"/>
              <a:gd name="connsiteY0" fmla="*/ 0 h 3819977"/>
              <a:gd name="connsiteX1" fmla="*/ 12191999 w 12191999"/>
              <a:gd name="connsiteY1" fmla="*/ 0 h 3819977"/>
              <a:gd name="connsiteX2" fmla="*/ 12191999 w 12191999"/>
              <a:gd name="connsiteY2" fmla="*/ 3819977 h 3819977"/>
              <a:gd name="connsiteX3" fmla="*/ 7547430 w 12191999"/>
              <a:gd name="connsiteY3" fmla="*/ 3819977 h 3819977"/>
              <a:gd name="connsiteX4" fmla="*/ 0 w 12191999"/>
              <a:gd name="connsiteY4" fmla="*/ 0 h 3819977"/>
              <a:gd name="connsiteX5" fmla="*/ 7416802 w 12191999"/>
              <a:gd name="connsiteY5" fmla="*/ 0 h 3819977"/>
              <a:gd name="connsiteX6" fmla="*/ 7416802 w 12191999"/>
              <a:gd name="connsiteY6" fmla="*/ 3819977 h 3819977"/>
              <a:gd name="connsiteX7" fmla="*/ 0 w 12191999"/>
              <a:gd name="connsiteY7" fmla="*/ 3819977 h 381997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16802" h="3819977">
                <a:moveTo>
                  <a:pt x="0" y="0"/>
                </a:moveTo>
                <a:lnTo>
                  <a:pt x="7416802" y="0"/>
                </a:lnTo>
                <a:lnTo>
                  <a:pt x="7416802" y="3819977"/>
                </a:lnTo>
                <a:lnTo>
                  <a:pt x="0" y="3819977"/>
                </a:lnTo>
              </a:path>
            </a:pathLst>
          </a:custGeom>
          <a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2" name="标题 1" descr="9e7e2580-f46f-4ae0-84fb-656999e63a8d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857170" y="1617684"/>
            <a:ext cx="5435600" cy="1371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d35536af-eaee-48fe-b092-f4b882217522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857170" y="2994789"/>
            <a:ext cx="543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3ede0584-dd32-483a-afc2-9966624a3b9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ba46e95-6b7d-4d3e-83dc-cd73235c695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55584d1-7dee-4e57-8521-b6c7dccc168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3fe84a23-07dc-4c6d-bced-18907e0d6e9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40a40fd1-2680-4d89-9d23-c48191c4b64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da520595-9d80-4a29-aabd-910ae13786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5d2c752f-bdcc-4a25-b5db-22bc430efa9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 descr="18725d33-456c-4498-b218-e87ca252eba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44fbc801-f94b-4d61-b50d-daa6f67a34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163a6b3e-a7c8-4317-a4c9-2450a4836b9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d4754d91-06e0-418e-9a82-e7a7c2f7356f"/>
          <p:cNvGrpSpPr/>
          <p:nvPr/>
        </p:nvGrpSpPr>
        <p:grpSpPr>
          <a:xfrm>
            <a:off x="-2" y="0"/>
            <a:ext cx="11510317" cy="6858000"/>
            <a:chOff x="-2" y="0"/>
            <a:chExt cx="11510317" cy="6858000"/>
          </a:xfrm>
        </p:grpSpPr>
        <p:sp>
          <p:nvSpPr>
            <p:cNvPr id="6" name="任意多边形: 形状 5" descr="ddbcac6e-30df-49bb-910e-924bd39cc026"/>
            <p:cNvSpPr/>
            <p:nvPr/>
          </p:nvSpPr>
          <p:spPr>
            <a:xfrm flipH="1">
              <a:off x="-2" y="0"/>
              <a:ext cx="6654802" cy="6858000"/>
            </a:xfrm>
            <a:custGeom>
              <a:gdLst>
                <a:gd name="connsiteX0" fmla="*/ 7547430 w 12191999"/>
                <a:gd name="connsiteY0" fmla="*/ 0 h 3819977"/>
                <a:gd name="connsiteX1" fmla="*/ 12191999 w 12191999"/>
                <a:gd name="connsiteY1" fmla="*/ 0 h 3819977"/>
                <a:gd name="connsiteX2" fmla="*/ 12191999 w 12191999"/>
                <a:gd name="connsiteY2" fmla="*/ 3819977 h 3819977"/>
                <a:gd name="connsiteX3" fmla="*/ 7547430 w 12191999"/>
                <a:gd name="connsiteY3" fmla="*/ 3819977 h 3819977"/>
                <a:gd name="connsiteX4" fmla="*/ 0 w 12191999"/>
                <a:gd name="connsiteY4" fmla="*/ 0 h 3819977"/>
                <a:gd name="connsiteX5" fmla="*/ 7416802 w 12191999"/>
                <a:gd name="connsiteY5" fmla="*/ 0 h 3819977"/>
                <a:gd name="connsiteX6" fmla="*/ 7416802 w 12191999"/>
                <a:gd name="connsiteY6" fmla="*/ 3819977 h 3819977"/>
                <a:gd name="connsiteX7" fmla="*/ 0 w 12191999"/>
                <a:gd name="connsiteY7" fmla="*/ 3819977 h 381997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6802" h="3819977">
                  <a:moveTo>
                    <a:pt x="0" y="0"/>
                  </a:moveTo>
                  <a:lnTo>
                    <a:pt x="7416802" y="0"/>
                  </a:lnTo>
                  <a:lnTo>
                    <a:pt x="7416802" y="3819977"/>
                  </a:lnTo>
                  <a:lnTo>
                    <a:pt x="0" y="3819977"/>
                  </a:lnTo>
                </a:path>
              </a:pathLst>
            </a:custGeom>
            <a:blipFill>
              <a:blip r:embed="rId1">
                <a:extLst>
                  <a:ext uri="{28A0092B-C50C-407E-A947-70E740481C1C}">
                    <a14:useLocalDpi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grpSp>
          <p:nvGrpSpPr>
            <p:cNvPr id="7" name="组合 6" descr="415acc87-63c8-4ddc-81c6-a7312296b2da"/>
            <p:cNvGrpSpPr/>
            <p:nvPr/>
          </p:nvGrpSpPr>
          <p:grpSpPr>
            <a:xfrm>
              <a:off x="11306913" y="6142629"/>
              <a:ext cx="203402" cy="203402"/>
              <a:chOff x="11306913" y="6142629"/>
              <a:chExt cx="203402" cy="203402"/>
            </a:xfrm>
          </p:grpSpPr>
          <p:sp>
            <p:nvSpPr>
              <p:cNvPr id="8" name="椭圆 7" descr="8372bb49-379b-4aed-a7d6-b4eefd0b5933"/>
              <p:cNvSpPr/>
              <p:nvPr/>
            </p:nvSpPr>
            <p:spPr>
              <a:xfrm>
                <a:off x="11306913" y="6142629"/>
                <a:ext cx="203402" cy="203402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箭头: V 形 8" descr="3fc773cc-b939-45f7-8003-66fc012eb507"/>
              <p:cNvSpPr>
                <a:spLocks noChangeAspect="1"/>
              </p:cNvSpPr>
              <p:nvPr/>
            </p:nvSpPr>
            <p:spPr bwMode="auto">
              <a:xfrm>
                <a:off x="11375231" y="6185781"/>
                <a:ext cx="83112" cy="117098"/>
              </a:xfrm>
              <a:prstGeom prst="chevron">
                <a:avLst>
                  <a:gd name="adj" fmla="val 7505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 descr="4249e28b-3000-4a79-8698-f96ada1b654d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5740400" y="1130300"/>
            <a:ext cx="5769915" cy="3188825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e4fef7a5-5cb0-4175-bb44-cf5bfae68a88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5740400" y="4593445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58cf5b1e-54bf-43e1-a305-fa3f2bfd7372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5740400" y="4867765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3504141a34ca4628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7d450e71eece48c6" Target="../slideLayouts/slideLayout5.xml" Type="http://schemas.openxmlformats.org/officeDocument/2006/relationships/slideLayout"/><Relationship Id="rId1" Target="../tags/tag12.xml" Type="http://schemas.openxmlformats.org/officeDocument/2006/relationships/tags"/></Relationships>
</file>

<file path=ppt/slides/_rels/slide8.xml.rels><?xml version="1.0" encoding="UTF-8" standalone="yes"?><Relationships xmlns="http://schemas.openxmlformats.org/package/2006/relationships"><Relationship Id="Re78855d0e78e449d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bf916ebc33fb4ce0" Target="../slideLayouts/slideLayout5.xml" Type="http://schemas.openxmlformats.org/officeDocument/2006/relationships/slideLayout"/><Relationship Id="rId1" Target="../tags/tag9823.xml" Type="http://schemas.openxmlformats.org/officeDocument/2006/relationships/tags"/><Relationship Id="rId4" Target="../media/image1123.jpg" Type="http://schemas.openxmlformats.org/officeDocument/2006/relationships/image"/><Relationship Id="rId5" Target="../media/pic-28b455b4ff7e40e39861730bcbb02907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88ea2fa8c1654184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ec02d0c92ce042a4" Target="../slideLayouts/slideLayout5.xml" Type="http://schemas.openxmlformats.org/officeDocument/2006/relationships/slideLayout"/><Relationship Id="rId1" Target="../tags/tag2824.xml" Type="http://schemas.openxmlformats.org/officeDocument/2006/relationships/tags"/></Relationships>
</file>

<file path=ppt/slides/_rels/slide12.xml.rels><?xml version="1.0" encoding="UTF-8" standalone="yes"?><Relationships xmlns="http://schemas.openxmlformats.org/package/2006/relationships"><Relationship Id="Racb7550fde77460c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4231f8d9afb34c4f" Target="../slideLayouts/slideLayout5.xml" Type="http://schemas.openxmlformats.org/officeDocument/2006/relationships/slideLayout"/><Relationship Id="rId1" Target="../tags/tag2125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20b1323773d047b9" Target="../slideLayouts/slideLayout5.xml" Type="http://schemas.openxmlformats.org/officeDocument/2006/relationships/slideLayout"/><Relationship Id="rId1" Target="../tags/tag4726.xml" Type="http://schemas.openxmlformats.org/officeDocument/2006/relationships/tags"/></Relationships>
</file>

<file path=ppt/slides/_rels/slide15.xml.rels><?xml version="1.0" encoding="UTF-8" standalone="yes"?><Relationships xmlns="http://schemas.openxmlformats.org/package/2006/relationships"><Relationship Id="Ra088fd6402474ce7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ae009b23c6544033" Target="../slideLayouts/slideLayout5.xml" Type="http://schemas.openxmlformats.org/officeDocument/2006/relationships/slideLayout"/><Relationship Id="rId1" Target="../tags/tag527.xml" Type="http://schemas.openxmlformats.org/officeDocument/2006/relationships/tags"/></Relationships>
</file>

<file path=ppt/slides/_rels/slide17.xml.rels><?xml version="1.0" encoding="UTF-8" standalone="yes"?><Relationships xmlns="http://schemas.openxmlformats.org/package/2006/relationships"><Relationship Id="Rb94728bad5894fa7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d94ed041a1ee4152" Target="../slideLayouts/slideLayout4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039b2b379648476b" Target="../slideLayouts/slideLayout5.xml" Type="http://schemas.openxmlformats.org/officeDocument/2006/relationships/slideLayout"/><Relationship Id="rId1" Target="../tags/tag9828.xml" Type="http://schemas.openxmlformats.org/officeDocument/2006/relationships/tags"/><Relationship Id="rId4" Target="../media/image1124.jpg" Type="http://schemas.openxmlformats.org/officeDocument/2006/relationships/image"/><Relationship Id="rId5" Target="../media/pic-68a0b5c389e8442480d2d66df5acb75a.jp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15c006d0ebf54f90" Target="../slideLayouts/slideLayout5.xml" Type="http://schemas.openxmlformats.org/officeDocument/2006/relationships/slideLayout"/><Relationship Id="rId1" Target="../tags/tag1629.xml" Type="http://schemas.openxmlformats.org/officeDocument/2006/relationships/tags"/><Relationship Id="rId4" Target="../media/image325.jpg" Type="http://schemas.openxmlformats.org/officeDocument/2006/relationships/image"/><Relationship Id="rId5" Target="../media/pic-9641420adc354bc1922c1ce22cfa728f.jp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0256e91f832540bd" Target="../slideLayouts/slideLayout4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e813037623c640bb" Target="../slideLayouts/slideLayout5.xml" Type="http://schemas.openxmlformats.org/officeDocument/2006/relationships/slideLayout"/><Relationship Id="rId1" Target="../tags/tag28210.xml" Type="http://schemas.openxmlformats.org/officeDocument/2006/relationships/tags"/><Relationship Id="rId4" Target="../media/image426.jpg" Type="http://schemas.openxmlformats.org/officeDocument/2006/relationships/image"/><Relationship Id="rId5" Target="../media/pic-55201422e91a4b6eb1513f92d3733474.jp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e44341f852f64a2b" Target="../slideLayouts/slideLayout5.xml" Type="http://schemas.openxmlformats.org/officeDocument/2006/relationships/slideLayout"/><Relationship Id="rId1" Target="../tags/tag12211.xml" Type="http://schemas.openxmlformats.org/officeDocument/2006/relationships/tags"/></Relationships>
</file>

<file path=ppt/slides/_rels/slide24.xml.rels><?xml version="1.0" encoding="UTF-8" standalone="yes"?><Relationships xmlns="http://schemas.openxmlformats.org/package/2006/relationships"><Relationship Id="Rcfaa06ae15d94f77" Target="../slideLayouts/slideLayout5.xml" Type="http://schemas.openxmlformats.org/officeDocument/2006/relationships/slideLayout"/><Relationship Id="rId1" Target="../tags/tag8212.xml" Type="http://schemas.openxmlformats.org/officeDocument/2006/relationships/tags"/></Relationships>
</file>

<file path=ppt/slides/_rels/slide25.xml.rels><?xml version="1.0" encoding="UTF-8" standalone="yes"?><Relationships xmlns="http://schemas.openxmlformats.org/package/2006/relationships"><Relationship Id="R11f4f6fd247b475f" Target="../slideLayouts/slideLayout5.xml" Type="http://schemas.openxmlformats.org/officeDocument/2006/relationships/slideLayout"/><Relationship Id="rId1" Target="../tags/tag14213.xml" Type="http://schemas.openxmlformats.org/officeDocument/2006/relationships/tags"/><Relationship Id="rId4" Target="../media/image227.jpg" Type="http://schemas.openxmlformats.org/officeDocument/2006/relationships/image"/><Relationship Id="rId5" Target="../media/pic-ea2a31259e1f418dabf9e21e17f56cc4.jp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32d711001dce4116" Target="../slideLayouts/slideLayout5.xml" Type="http://schemas.openxmlformats.org/officeDocument/2006/relationships/slideLayout"/><Relationship Id="rId1" Target="../tags/tag28214.xml" Type="http://schemas.openxmlformats.org/officeDocument/2006/relationships/tags"/><Relationship Id="rId4" Target="../media/image428.jpg" Type="http://schemas.openxmlformats.org/officeDocument/2006/relationships/image"/><Relationship Id="rId5" Target="../media/pic-6ede8d5412cb49fa9b61cb889fe2b630.jp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ed091a6ecff041b3" Target="../slideLayouts/slideLayout4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34d9bab8252749e9" Target="../slideLayouts/slideLayout5.xml" Type="http://schemas.openxmlformats.org/officeDocument/2006/relationships/slideLayout"/><Relationship Id="rId1" Target="../tags/tag63215.xml" Type="http://schemas.openxmlformats.org/officeDocument/2006/relationships/tags"/><Relationship Id="rId4" Target="../media/image10.png" Type="http://schemas.openxmlformats.org/officeDocument/2006/relationships/image"/><Relationship Id="rId5" Target="../media/pic-beb767f6673745efac43be8ea152b4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d6c4a90d736d4134" Target="../slideLayouts/slideLayout5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0e734000742842cd" Target="../slideLayouts/slideLayout5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a26e0f743e6b4323" Target="../slideLayouts/slideLayout5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aa8cb3cac82a4587" Target="../slideLayouts/slideLayout4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86c34ed88fe44a9b" Target="../slideLayouts/slideLayout5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f6658e8edd4c4b60" Target="../slideLayouts/slideLayout5.xml" Type="http://schemas.openxmlformats.org/officeDocument/2006/relationships/slideLayout"/><Relationship Id="rId1" Target="../tags/tag19216.xml" Type="http://schemas.openxmlformats.org/officeDocument/2006/relationships/tags"/></Relationships>
</file>

<file path=ppt/slides/_rels/slide35.xml.rels><?xml version="1.0" encoding="UTF-8" standalone="yes"?><Relationships xmlns="http://schemas.openxmlformats.org/package/2006/relationships"><Relationship Id="R7b63e3ea21be409a" Target="../slideLayouts/slideLayout5.xml" Type="http://schemas.openxmlformats.org/officeDocument/2006/relationships/slideLayout"/><Relationship Id="rId1" Target="../tags/tag117.xml" Type="http://schemas.openxmlformats.org/officeDocument/2006/relationships/tags"/></Relationships>
</file>

<file path=ppt/slides/_rels/slide36.xml.rels><?xml version="1.0" encoding="UTF-8" standalone="yes"?><Relationships xmlns="http://schemas.openxmlformats.org/package/2006/relationships"><Relationship Id="R5c3b82419b5c4006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9e36849-2fff-43d3-b386-f6db5ee5a140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FDAC08"/>
                </a:solidFill>
                <a:latin typeface="Arial"/>
              </a:rPr>
              <a:t>Modern Architecture</a:t>
            </a:r>
          </a:p>
        </p:txBody>
      </p:sp>
      <p:sp>
        <p:nvSpPr>
          <p:cNvPr descr="5dd34e5a-8e93-4b8e-be93-c2184ee349b9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400" u="none">
                <a:solidFill>
                  <a:srgbClr val="000000"/>
                </a:solidFill>
                <a:latin typeface="Arial"/>
              </a:rPr>
              <a:t>A Journey Through Time</a:t>
            </a:r>
          </a:p>
        </p:txBody>
      </p:sp>
      <p:sp>
        <p:nvSpPr>
          <p:cNvPr descr="9ac3f58c-b163-466e-9f4b-49bc4dce02ec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000000"/>
                </a:solidFill>
                <a:ea typeface="微软雅黑"/>
              </a:rPr>
              <a:t>报告人名称</a:t>
            </a:r>
          </a:p>
        </p:txBody>
      </p:sp>
      <p:sp>
        <p:nvSpPr>
          <p:cNvPr descr="aa991510-de4b-4b50-907a-ccc410b031db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a81a177-723e-4e72-8a6b-0120e99dafc1" id="24" name="adf61607-de47-499a-972c-1af8fe4725b1.source.6.zh-Hans.pptx">
            <a:extLst>
              <a:ext uri="{FF2B5EF4-FFF2-40B4-BE49-F238E27FC236}">
                <a16:creationId id="{DB0B68E5-2A87-DEAB-DD8C-188945F22320}"/>
              </a:ext>
            </a:extLst>
          </p:cNvPr>
          <p:cNvGrpSpPr/>
          <p:nvPr/>
        </p:nvGrpSpPr>
        <p:grpSpPr>
          <a:xfrm>
            <a:off x="660399" y="1130300"/>
            <a:ext cx="10871201" cy="5003800"/>
            <a:chOff x="660399" y="1130300"/>
            <a:chExt cx="10871201" cy="5003800"/>
          </a:xfrm>
        </p:grpSpPr>
        <p:grpSp>
          <p:nvGrpSpPr>
            <p:cNvPr descr="9d15c768-7978-406e-a34c-191fba5f4b36" id="11" name="组合 10">
              <a:extLst>
                <a:ext uri="{FF2B5EF4-FFF2-40B4-BE49-F238E27FC236}">
                  <a16:creationId id="{586DEFE3-4B95-0E0B-7D7E-492E59D1F735}"/>
                </a:ext>
              </a:extLst>
            </p:cNvPr>
            <p:cNvGrpSpPr/>
            <p:nvPr/>
          </p:nvGrpSpPr>
          <p:grpSpPr>
            <a:xfrm>
              <a:off x="660400" y="2229440"/>
              <a:ext cx="10871200" cy="3904660"/>
              <a:chOff x="660400" y="2229440"/>
              <a:chExt cx="10871200" cy="3904660"/>
            </a:xfrm>
          </p:grpSpPr>
          <p:grpSp>
            <p:nvGrpSpPr>
              <p:cNvPr descr="d458e494-c8de-4533-b45c-d81357fd37fe" id="5" name="组合 4">
                <a:extLst>
                  <a:ext uri="{FF2B5EF4-FFF2-40B4-BE49-F238E27FC236}">
                    <a16:creationId id="{049EF266-5C66-604F-3B61-9C37A04F5C97}"/>
                  </a:ext>
                </a:extLst>
              </p:cNvPr>
              <p:cNvGrpSpPr/>
              <p:nvPr/>
            </p:nvGrpSpPr>
            <p:grpSpPr>
              <a:xfrm>
                <a:off x="660400" y="2229440"/>
                <a:ext cx="3373718" cy="1913965"/>
                <a:chOff x="660400" y="2229440"/>
                <a:chExt cx="3373718" cy="1913965"/>
              </a:xfrm>
            </p:grpSpPr>
            <p:sp>
              <p:nvSpPr>
                <p:cNvPr descr="cca6fe69-0fa3-4801-a48e-5ac97cac66f0" id="22" name="Bullet1">
                  <a:extLst>
                    <a:ext uri="{FF2B5EF4-FFF2-40B4-BE49-F238E27FC236}">
                      <a16:creationId id="{C79253B0-8504-8AE4-9141-210A84C41850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2499440"/>
                  <a:ext cx="3373718" cy="1643965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Introduction to Modern Architecture</a:t>
                  </a:r>
                </a:p>
              </p:txBody>
            </p:sp>
            <p:sp>
              <p:nvSpPr>
                <p:cNvPr descr="d70bff23-5163-44b4-b9a6-7edb78afe11d" id="23" name="Number1">
                  <a:extLst>
                    <a:ext uri="{FF2B5EF4-FFF2-40B4-BE49-F238E27FC236}">
                      <a16:creationId id="{1A373EF9-8CA5-E558-517C-C4308EC358E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077259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5beb3a2c-adf9-4048-96df-33f6f88e4cfb" id="6" name="组合 5">
                <a:extLst>
                  <a:ext uri="{FF2B5EF4-FFF2-40B4-BE49-F238E27FC236}">
                    <a16:creationId id="{2597F638-F98B-A419-5C3D-450ABDEE8E66}"/>
                  </a:ext>
                </a:extLst>
              </p:cNvPr>
              <p:cNvGrpSpPr/>
              <p:nvPr/>
            </p:nvGrpSpPr>
            <p:grpSpPr>
              <a:xfrm>
                <a:off x="4409141" y="2229440"/>
                <a:ext cx="3373718" cy="1913965"/>
                <a:chOff x="4409141" y="2229440"/>
                <a:chExt cx="3373718" cy="1913965"/>
              </a:xfrm>
            </p:grpSpPr>
            <p:sp>
              <p:nvSpPr>
                <p:cNvPr descr="c27feb5d-7ca5-40ac-ae55-62d946fff56e" id="20" name="Bullet2">
                  <a:extLst>
                    <a:ext uri="{FF2B5EF4-FFF2-40B4-BE49-F238E27FC236}">
                      <a16:creationId id="{1C6A4B89-5A16-2FAE-0256-9634155D479D}"/>
                    </a:ext>
                  </a:extLst>
                </p:cNvPr>
                <p:cNvSpPr/>
                <p:nvPr/>
              </p:nvSpPr>
              <p:spPr>
                <a:xfrm flipH="false" flipV="false">
                  <a:off x="4409141" y="2499440"/>
                  <a:ext cx="3373718" cy="1643965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Rise of Modernism</a:t>
                  </a:r>
                </a:p>
              </p:txBody>
            </p:sp>
            <p:sp>
              <p:nvSpPr>
                <p:cNvPr descr="2a4affd8-808a-4850-bae1-c4dffa5ea9f3" id="21" name="Number2">
                  <a:extLst>
                    <a:ext uri="{FF2B5EF4-FFF2-40B4-BE49-F238E27FC236}">
                      <a16:creationId id="{4EF3B8DD-73CD-8778-2010-389E1B25F7B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5826000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7c31c5c3-e30d-4218-8188-18ca057ee67f" id="7" name="组合 6">
                <a:extLst>
                  <a:ext uri="{FF2B5EF4-FFF2-40B4-BE49-F238E27FC236}">
                    <a16:creationId id="{9B2FB93A-1CB3-D8F3-BBE8-6C15CE49F6C3}"/>
                  </a:ext>
                </a:extLst>
              </p:cNvPr>
              <p:cNvGrpSpPr/>
              <p:nvPr/>
            </p:nvGrpSpPr>
            <p:grpSpPr>
              <a:xfrm>
                <a:off x="8157882" y="2229440"/>
                <a:ext cx="3373718" cy="1913965"/>
                <a:chOff x="8157882" y="2229440"/>
                <a:chExt cx="3373718" cy="1913965"/>
              </a:xfrm>
            </p:grpSpPr>
            <p:sp>
              <p:nvSpPr>
                <p:cNvPr descr="adfe7296-1a61-46ef-a2e6-72625dfd0bab" id="18" name="Bullet3">
                  <a:extLst>
                    <a:ext uri="{FF2B5EF4-FFF2-40B4-BE49-F238E27FC236}">
                      <a16:creationId id="{6D2B1E7C-CAC5-2EC4-9147-DEEC82F0449B}"/>
                    </a:ext>
                  </a:extLst>
                </p:cNvPr>
                <p:cNvSpPr/>
                <p:nvPr/>
              </p:nvSpPr>
              <p:spPr>
                <a:xfrm flipH="false" flipV="false">
                  <a:off x="8157882" y="2499440"/>
                  <a:ext cx="3373718" cy="1643965"/>
                </a:xfrm>
                <a:prstGeom prst="snip2DiagRect">
                  <a:avLst/>
                </a:prstGeom>
                <a:solidFill>
                  <a:schemeClr val="accent3">
                    <a:alpha val="15000"/>
                  </a:schemeClr>
                </a:solidFill>
                <a:ln cap="flat" w="9525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Impact of World War II</a:t>
                  </a:r>
                </a:p>
              </p:txBody>
            </p:sp>
            <p:sp>
              <p:nvSpPr>
                <p:cNvPr descr="d7850556-61af-470a-8d32-3d5c99b07029" id="19" name="Number3">
                  <a:extLst>
                    <a:ext uri="{FF2B5EF4-FFF2-40B4-BE49-F238E27FC236}">
                      <a16:creationId id="{7E943C04-1F9D-0693-3282-AF5DAE74F74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574741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descr="4b274efa-43ab-4d44-a190-92dc74def24a" id="8" name="组合 7">
                <a:extLst>
                  <a:ext uri="{FF2B5EF4-FFF2-40B4-BE49-F238E27FC236}">
                    <a16:creationId id="{05870DC8-6A03-B4FE-B7EE-816EB7ECB9AD}"/>
                  </a:ext>
                </a:extLst>
              </p:cNvPr>
              <p:cNvGrpSpPr/>
              <p:nvPr/>
            </p:nvGrpSpPr>
            <p:grpSpPr>
              <a:xfrm>
                <a:off x="660400" y="4220135"/>
                <a:ext cx="3373718" cy="1913965"/>
                <a:chOff x="660400" y="4220135"/>
                <a:chExt cx="3373718" cy="1913965"/>
              </a:xfrm>
            </p:grpSpPr>
            <p:sp>
              <p:nvSpPr>
                <p:cNvPr descr="d9ec9aec-c086-4fe2-be84-3fdd8af9fa6b" id="16" name="Bullet4">
                  <a:extLst>
                    <a:ext uri="{FF2B5EF4-FFF2-40B4-BE49-F238E27FC236}">
                      <a16:creationId id="{34C60050-156B-385B-730A-33C968D1C559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4490135"/>
                  <a:ext cx="3373718" cy="1643965"/>
                </a:xfrm>
                <a:prstGeom prst="snip2DiagRect">
                  <a:avLst/>
                </a:prstGeom>
                <a:solidFill>
                  <a:schemeClr val="accent4">
                    <a:alpha val="15000"/>
                  </a:schemeClr>
                </a:solidFill>
                <a:ln cap="flat" w="9525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Post-War Modernism</a:t>
                  </a:r>
                </a:p>
              </p:txBody>
            </p:sp>
            <p:sp>
              <p:nvSpPr>
                <p:cNvPr descr="fc87671f-bc69-4ec5-9060-870727ff8a26" id="17" name="Number4">
                  <a:extLst>
                    <a:ext uri="{FF2B5EF4-FFF2-40B4-BE49-F238E27FC236}">
                      <a16:creationId id="{E45FAC4A-7FF6-882A-C035-A81E90C6EE8D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077259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04</a:t>
                  </a:r>
                </a:p>
              </p:txBody>
            </p:sp>
          </p:grpSp>
          <p:grpSp>
            <p:nvGrpSpPr>
              <p:cNvPr descr="065e81c8-2b64-4ed3-8ced-baeb194d23a0" id="9" name="组合 8">
                <a:extLst>
                  <a:ext uri="{FF2B5EF4-FFF2-40B4-BE49-F238E27FC236}">
                    <a16:creationId id="{E6C7DF75-B3BA-9FFA-3A66-F88B212C0024}"/>
                  </a:ext>
                </a:extLst>
              </p:cNvPr>
              <p:cNvGrpSpPr/>
              <p:nvPr/>
            </p:nvGrpSpPr>
            <p:grpSpPr>
              <a:xfrm>
                <a:off x="4409141" y="4220135"/>
                <a:ext cx="3373718" cy="1913965"/>
                <a:chOff x="4409141" y="4220135"/>
                <a:chExt cx="3373718" cy="1913965"/>
              </a:xfrm>
            </p:grpSpPr>
            <p:sp>
              <p:nvSpPr>
                <p:cNvPr descr="ed17ba1f-5b50-42de-9b9b-bd2ec7d4eb30" id="14" name="Bullet5">
                  <a:extLst>
                    <a:ext uri="{FF2B5EF4-FFF2-40B4-BE49-F238E27FC236}">
                      <a16:creationId id="{F7280603-D567-34C4-9EC8-96331714E12F}"/>
                    </a:ext>
                  </a:extLst>
                </p:cNvPr>
                <p:cNvSpPr/>
                <p:nvPr/>
              </p:nvSpPr>
              <p:spPr>
                <a:xfrm flipH="false" flipV="false">
                  <a:off x="4409141" y="4490135"/>
                  <a:ext cx="3373718" cy="1643965"/>
                </a:xfrm>
                <a:prstGeom prst="snip2DiagRect">
                  <a:avLst/>
                </a:prstGeom>
                <a:solidFill>
                  <a:schemeClr val="accent5">
                    <a:alpha val="15000"/>
                  </a:schemeClr>
                </a:solidFill>
                <a:ln cap="flat" w="9525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Regional Variations</a:t>
                  </a:r>
                </a:p>
              </p:txBody>
            </p:sp>
            <p:sp>
              <p:nvSpPr>
                <p:cNvPr descr="59a7f1d4-8a99-48eb-a789-fca93ee80829" id="15" name="Number5">
                  <a:extLst>
                    <a:ext uri="{FF2B5EF4-FFF2-40B4-BE49-F238E27FC236}">
                      <a16:creationId id="{6E5E9542-F39C-CAFD-3DC3-322EF8805DD6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5826000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05</a:t>
                  </a:r>
                </a:p>
              </p:txBody>
            </p:sp>
          </p:grpSp>
          <p:grpSp>
            <p:nvGrpSpPr>
              <p:cNvPr descr="6ca65c74-30e2-4e49-8898-257f0d89e408" id="10" name="组合 9">
                <a:extLst>
                  <a:ext uri="{FF2B5EF4-FFF2-40B4-BE49-F238E27FC236}">
                    <a16:creationId id="{4D2CB17F-E734-BF72-3E38-257EBE67DC7B}"/>
                  </a:ext>
                </a:extLst>
              </p:cNvPr>
              <p:cNvGrpSpPr/>
              <p:nvPr/>
            </p:nvGrpSpPr>
            <p:grpSpPr>
              <a:xfrm>
                <a:off x="8157882" y="4220135"/>
                <a:ext cx="3373718" cy="1913965"/>
                <a:chOff x="8157882" y="4220135"/>
                <a:chExt cx="3373718" cy="1913965"/>
              </a:xfrm>
            </p:grpSpPr>
            <p:sp>
              <p:nvSpPr>
                <p:cNvPr descr="c6242f8c-9b88-4875-87fc-4a8c2c05944c" id="12" name="Bullet6">
                  <a:extLst>
                    <a:ext uri="{FF2B5EF4-FFF2-40B4-BE49-F238E27FC236}">
                      <a16:creationId id="{74273510-A918-36B2-99F0-DD4B6FB9824C}"/>
                    </a:ext>
                  </a:extLst>
                </p:cNvPr>
                <p:cNvSpPr/>
                <p:nvPr/>
              </p:nvSpPr>
              <p:spPr>
                <a:xfrm flipH="false" flipV="false">
                  <a:off x="8157882" y="4490135"/>
                  <a:ext cx="3373718" cy="1643965"/>
                </a:xfrm>
                <a:prstGeom prst="snip2DiagRect">
                  <a:avLst/>
                </a:prstGeom>
                <a:solidFill>
                  <a:schemeClr val="accent6">
                    <a:alpha val="15000"/>
                  </a:schemeClr>
                </a:solidFill>
                <a:ln cap="flat" w="9525">
                  <a:solidFill>
                    <a:schemeClr val="accent6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Conclusion: Preservation in Modern Architecture</a:t>
                  </a:r>
                </a:p>
              </p:txBody>
            </p:sp>
            <p:sp>
              <p:nvSpPr>
                <p:cNvPr descr="4c55283b-9f6f-4b3f-b2b2-ec79c786ee5a" id="13" name="Number6">
                  <a:extLst>
                    <a:ext uri="{FF2B5EF4-FFF2-40B4-BE49-F238E27FC236}">
                      <a16:creationId id="{5D0ED982-642C-D4EB-641B-2CFA2B94E380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574741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50000">
                      <a:schemeClr val="accent6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06</a:t>
                  </a:r>
                </a:p>
              </p:txBody>
            </p:sp>
          </p:grpSp>
        </p:grpSp>
        <p:sp>
          <p:nvSpPr>
            <p:cNvPr descr="e66c99c9-8bef-40b1-9d35-5e868132888c" id="3" name="Title">
              <a:extLst>
                <a:ext uri="{FF2B5EF4-FFF2-40B4-BE49-F238E27FC236}">
                  <a16:creationId id="{FBF54E4C-07CC-276F-E70C-D54F079AB2D7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0"/>
              <a:ext cx="5540924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/>
              </a:r>
            </a:p>
          </p:txBody>
        </p: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Introduction to Modern Architecture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Understanding the Foundations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e65f32d-1aaf-4715-a84e-35b594baebaf" id="45" name="072c3d41-939f-40a2-b52c-b530bfb28946.source.7.zh-Hans.pptx">
            <a:extLst>
              <a:ext uri="{FF2B5EF4-FFF2-40B4-BE49-F238E27FC236}">
                <a16:creationId id="{BF828717-5666-A429-A2B9-A6CF6AD20C80}"/>
              </a:ext>
            </a:extLst>
          </p:cNvPr>
          <p:cNvGrpSpPr/>
          <p:nvPr/>
        </p:nvGrpSpPr>
        <p:grpSpPr>
          <a:xfrm>
            <a:off x="660399" y="1130300"/>
            <a:ext cx="10858509" cy="5003801"/>
            <a:chOff x="660399" y="1130300"/>
            <a:chExt cx="10858509" cy="5003801"/>
          </a:xfrm>
        </p:grpSpPr>
        <p:sp>
          <p:nvSpPr>
            <p:cNvPr descr="291b3636-91b6-402f-989f-71efe9296ed5" id="3" name="PictureMisc1">
              <a:extLst>
                <a:ext uri="{FF2B5EF4-FFF2-40B4-BE49-F238E27FC236}">
                  <a16:creationId id="{0E5579B0-2B8B-B29D-3AB2-7BD067E04301}"/>
                </a:ext>
              </a:extLst>
            </p:cNvPr>
            <p:cNvSpPr/>
            <p:nvPr/>
          </p:nvSpPr>
          <p:spPr>
            <a:xfrm flipH="false" flipV="false">
              <a:off x="660400" y="1130301"/>
              <a:ext cx="2608581" cy="5003800"/>
            </a:xfrm>
            <a:prstGeom prst="rect">
              <a:avLst/>
            </a:prstGeom>
            <a:blipFill rotWithShape="true">
              <a:blip r:embed="rId5"/>
              <a:stretch>
                <a:fillRect b="0" l="-100642" r="-99901" t="0"/>
              </a:stretch>
            </a:blipFill>
            <a:ln cap="sq" w="6350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/>
            </a:p>
          </p:txBody>
        </p:sp>
        <p:sp>
          <p:nvSpPr>
            <p:cNvPr descr="b921ee56-5dba-4eef-91d3-a28ba641c52d" id="4" name="Title">
              <a:extLst>
                <a:ext uri="{FF2B5EF4-FFF2-40B4-BE49-F238E27FC236}">
                  <a16:creationId id="{D87590DB-C2C7-485E-0D8C-D77CB54FC1E4}"/>
                </a:ext>
              </a:extLst>
            </p:cNvPr>
            <p:cNvSpPr/>
            <p:nvPr/>
          </p:nvSpPr>
          <p:spPr>
            <a:xfrm flipH="false" flipV="false">
              <a:off x="660399" y="2320960"/>
              <a:ext cx="2608581" cy="2622480"/>
            </a:xfrm>
            <a:prstGeom prst="roundRect">
              <a:avLst>
                <a:gd fmla="val 0" name="adj"/>
              </a:avLst>
            </a:prstGeom>
            <a:solidFill>
              <a:srgbClr val="FFFFFF">
                <a:alpha val="90000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The Birth of a New Era</a:t>
              </a:r>
            </a:p>
          </p:txBody>
        </p:sp>
        <p:cxnSp>
          <p:nvCxnSpPr>
            <p:cNvPr descr="3a9acf70-70ea-46e5-89fe-cc1ca133953b" id="5" name="连接符: 肘形 4">
              <a:extLst>
                <a:ext uri="{FF2B5EF4-FFF2-40B4-BE49-F238E27FC236}">
                  <a16:creationId id="{43942235-1A10-BF27-0164-E47671C05F7F}"/>
                </a:ext>
              </a:extLst>
            </p:cNvPr>
            <p:cNvCxnSpPr>
              <a:cxnSpLocks/>
              <a:stCxn id="44" idx="1"/>
              <a:endCxn id="4" idx="3"/>
            </p:cNvCxnSpPr>
            <p:nvPr/>
          </p:nvCxnSpPr>
          <p:spPr>
            <a:xfrm flipH="false" flipV="true" rot="10800000">
              <a:off x="3268980" y="1465736"/>
              <a:ext cx="398280" cy="2166464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ee8dbd1-c960-4db6-bbc5-0d7b53b20653" id="6" name="连接符: 肘形 5">
              <a:extLst>
                <a:ext uri="{FF2B5EF4-FFF2-40B4-BE49-F238E27FC236}">
                  <a16:creationId id="{F4F91ABC-0E6D-2DA2-8493-8A9022FB6A5B}"/>
                </a:ext>
              </a:extLst>
            </p:cNvPr>
            <p:cNvCxnSpPr>
              <a:cxnSpLocks/>
              <a:stCxn id="41" idx="1"/>
              <a:endCxn id="4" idx="3"/>
            </p:cNvCxnSpPr>
            <p:nvPr/>
          </p:nvCxnSpPr>
          <p:spPr>
            <a:xfrm flipH="false" flipV="true" rot="10800000">
              <a:off x="3268980" y="2187890"/>
              <a:ext cx="398280" cy="1444309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ab12fcc3-a859-4559-a9e3-ded508120860" id="7" name="连接符: 肘形 6">
              <a:extLst>
                <a:ext uri="{FF2B5EF4-FFF2-40B4-BE49-F238E27FC236}">
                  <a16:creationId id="{F217D6C0-CF98-7D5C-7932-3224C6626CA0}"/>
                </a:ext>
              </a:extLst>
            </p:cNvPr>
            <p:cNvCxnSpPr>
              <a:cxnSpLocks/>
              <a:stCxn id="38" idx="1"/>
              <a:endCxn id="4" idx="3"/>
            </p:cNvCxnSpPr>
            <p:nvPr/>
          </p:nvCxnSpPr>
          <p:spPr>
            <a:xfrm flipH="false" flipV="true" rot="10800000">
              <a:off x="3268980" y="2910046"/>
              <a:ext cx="398280" cy="722154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e11b843-7b3b-44fb-9df3-c93cc8de19ba" id="8" name="连接符: 肘形 7">
              <a:extLst>
                <a:ext uri="{FF2B5EF4-FFF2-40B4-BE49-F238E27FC236}">
                  <a16:creationId id="{12E5E12F-1281-888A-4826-A9756A88E46D}"/>
                </a:ext>
              </a:extLst>
            </p:cNvPr>
            <p:cNvCxnSpPr>
              <a:cxnSpLocks/>
              <a:stCxn id="35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1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3763dd6c-8b41-42a3-90e3-b43ddbeaac0e" id="9" name="连接符: 肘形 8">
              <a:extLst>
                <a:ext uri="{FF2B5EF4-FFF2-40B4-BE49-F238E27FC236}">
                  <a16:creationId id="{50717FEB-79BB-200C-0E8D-A8C24F5801AA}"/>
                </a:ext>
              </a:extLst>
            </p:cNvPr>
            <p:cNvCxnSpPr>
              <a:cxnSpLocks/>
              <a:stCxn id="32" idx="1"/>
              <a:endCxn id="4" idx="3"/>
            </p:cNvCxnSpPr>
            <p:nvPr/>
          </p:nvCxnSpPr>
          <p:spPr>
            <a:xfrm flipH="false" flipV="false" rot="10800000">
              <a:off x="3268980" y="3632200"/>
              <a:ext cx="398280" cy="722156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99c3d5d-7c26-420a-9c12-6461007eb025" id="10" name="连接符: 肘形 9">
              <a:extLst>
                <a:ext uri="{FF2B5EF4-FFF2-40B4-BE49-F238E27FC236}">
                  <a16:creationId id="{D6EE0B21-9803-69DA-D718-02C2614B5D08}"/>
                </a:ext>
              </a:extLst>
            </p:cNvPr>
            <p:cNvCxnSpPr>
              <a:cxnSpLocks/>
              <a:stCxn id="29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1444311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0219df1-fffd-426e-a613-87ba9926c45c" id="11" name="连接符: 肘形 10">
              <a:extLst>
                <a:ext uri="{FF2B5EF4-FFF2-40B4-BE49-F238E27FC236}">
                  <a16:creationId id="{84291910-990C-BDC1-B88D-AD16E4EA31D6}"/>
                </a:ext>
              </a:extLst>
            </p:cNvPr>
            <p:cNvCxnSpPr>
              <a:cxnSpLocks/>
              <a:stCxn id="26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2166465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de117fa3-5ebd-4487-b119-7e911215b2b3" id="13" name="组合 12">
              <a:extLst>
                <a:ext uri="{FF2B5EF4-FFF2-40B4-BE49-F238E27FC236}">
                  <a16:creationId id="{0473C5A1-9E5C-DDD2-96B0-ECEAD483E565}"/>
                </a:ext>
              </a:extLst>
            </p:cNvPr>
            <p:cNvGrpSpPr/>
            <p:nvPr/>
          </p:nvGrpSpPr>
          <p:grpSpPr>
            <a:xfrm>
              <a:off x="3667260" y="1130300"/>
              <a:ext cx="7851648" cy="670871"/>
              <a:chOff x="3816239" y="1130301"/>
              <a:chExt cx="6497121" cy="555136"/>
            </a:xfrm>
          </p:grpSpPr>
          <p:sp>
            <p:nvSpPr>
              <p:cNvPr descr="49aab65c-01c0-4a9f-90f2-27923927bf5e" id="42" name="Bullet1">
                <a:extLst>
                  <a:ext uri="{FF2B5EF4-FFF2-40B4-BE49-F238E27FC236}">
                    <a16:creationId id="{2806F819-D6C9-2CD7-CED7-6D8E4C9F694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1130301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Technological Advancements</a:t>
                </a:r>
              </a:p>
            </p:txBody>
          </p:sp>
          <p:sp>
            <p:nvSpPr>
              <p:cNvPr descr="b6d49b95-51f7-4d43-bf80-359ab9c22605" id="43" name="Text1">
                <a:extLst>
                  <a:ext uri="{FF2B5EF4-FFF2-40B4-BE49-F238E27FC236}">
                    <a16:creationId id="{5571C8A8-2156-2C7D-0FE9-89A6568ACE42}"/>
                  </a:ext>
                </a:extLst>
              </p:cNvPr>
              <p:cNvSpPr/>
              <p:nvPr/>
            </p:nvSpPr>
            <p:spPr>
              <a:xfrm flipH="false" flipV="false">
                <a:off x="7090353" y="1130301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Enabled innovative building designs</a:t>
                </a:r>
              </a:p>
            </p:txBody>
          </p:sp>
          <p:sp>
            <p:nvSpPr>
              <p:cNvPr descr="ce706980-3543-490c-a7ba-a46edffb48ba" id="44" name="Number1">
                <a:extLst>
                  <a:ext uri="{FF2B5EF4-FFF2-40B4-BE49-F238E27FC236}">
                    <a16:creationId id="{1812571F-9D10-CFD2-ED53-1FD9516AA72D}"/>
                  </a:ext>
                </a:extLst>
              </p:cNvPr>
              <p:cNvSpPr/>
              <p:nvPr/>
            </p:nvSpPr>
            <p:spPr>
              <a:xfrm flipH="false" flipV="false">
                <a:off x="3816239" y="1130301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06827470-40a9-4dec-81af-0c617146d936" id="14" name="组合 13">
              <a:extLst>
                <a:ext uri="{FF2B5EF4-FFF2-40B4-BE49-F238E27FC236}">
                  <a16:creationId id="{073791FA-F0D2-FA51-25E2-9B004F0DA048}"/>
                </a:ext>
              </a:extLst>
            </p:cNvPr>
            <p:cNvGrpSpPr/>
            <p:nvPr/>
          </p:nvGrpSpPr>
          <p:grpSpPr>
            <a:xfrm>
              <a:off x="3667260" y="1852455"/>
              <a:ext cx="7851648" cy="670871"/>
              <a:chOff x="3816239" y="1765824"/>
              <a:chExt cx="6497121" cy="555136"/>
            </a:xfrm>
          </p:grpSpPr>
          <p:sp>
            <p:nvSpPr>
              <p:cNvPr descr="7d8b6d19-9f14-4b9a-a6ee-01399c854e2f" id="39" name="Bullet2">
                <a:extLst>
                  <a:ext uri="{FF2B5EF4-FFF2-40B4-BE49-F238E27FC236}">
                    <a16:creationId id="{EA6E9C2C-FF29-099C-23E8-F19C0B410D1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1765824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Functional Focus</a:t>
                </a:r>
              </a:p>
            </p:txBody>
          </p:sp>
          <p:sp>
            <p:nvSpPr>
              <p:cNvPr descr="91753945-2bb8-45fa-bcdf-3b1b9da5e2d6" id="40" name="Text2">
                <a:extLst>
                  <a:ext uri="{FF2B5EF4-FFF2-40B4-BE49-F238E27FC236}">
                    <a16:creationId id="{745BF5C0-A636-BA86-809D-4D4378CFEF66}"/>
                  </a:ext>
                </a:extLst>
              </p:cNvPr>
              <p:cNvSpPr/>
              <p:nvPr/>
            </p:nvSpPr>
            <p:spPr>
              <a:xfrm flipH="false" flipV="false">
                <a:off x="7090353" y="1765824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Prioritized building purpose and efficiency</a:t>
                </a:r>
              </a:p>
            </p:txBody>
          </p:sp>
          <p:sp>
            <p:nvSpPr>
              <p:cNvPr descr="45a4870e-c05b-4cee-98da-90eb7b837a37" id="41" name="Number2">
                <a:extLst>
                  <a:ext uri="{FF2B5EF4-FFF2-40B4-BE49-F238E27FC236}">
                    <a16:creationId id="{262A1CCE-3DFA-0C77-3B2A-5AE3C7C04DDB}"/>
                  </a:ext>
                </a:extLst>
              </p:cNvPr>
              <p:cNvSpPr/>
              <p:nvPr/>
            </p:nvSpPr>
            <p:spPr>
              <a:xfrm flipH="false" flipV="false">
                <a:off x="3816239" y="1765824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11ea5cbe-c7e5-460c-b6bd-64f4c593bf81" id="15" name="组合 14">
              <a:extLst>
                <a:ext uri="{FF2B5EF4-FFF2-40B4-BE49-F238E27FC236}">
                  <a16:creationId id="{270B61C2-E920-D37C-41F6-7B3CE52F1075}"/>
                </a:ext>
              </a:extLst>
            </p:cNvPr>
            <p:cNvGrpSpPr/>
            <p:nvPr/>
          </p:nvGrpSpPr>
          <p:grpSpPr>
            <a:xfrm>
              <a:off x="3667260" y="2574610"/>
              <a:ext cx="7851648" cy="670871"/>
              <a:chOff x="3816239" y="2401347"/>
              <a:chExt cx="6497121" cy="555136"/>
            </a:xfrm>
          </p:grpSpPr>
          <p:sp>
            <p:nvSpPr>
              <p:cNvPr descr="48c09521-91fc-464f-a756-69bfa409ae2c" id="36" name="Bullet3">
                <a:extLst>
                  <a:ext uri="{FF2B5EF4-FFF2-40B4-BE49-F238E27FC236}">
                    <a16:creationId id="{30D6F692-AD88-1DB3-8C51-C9E36810799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2401347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Social Changes</a:t>
                </a:r>
              </a:p>
            </p:txBody>
          </p:sp>
          <p:sp>
            <p:nvSpPr>
              <p:cNvPr descr="e83f8437-bcb0-4fb3-825f-76475cbf1b43" id="37" name="Text3">
                <a:extLst>
                  <a:ext uri="{FF2B5EF4-FFF2-40B4-BE49-F238E27FC236}">
                    <a16:creationId id="{C5973937-2D5A-8C79-C287-5CF15DCB4D56}"/>
                  </a:ext>
                </a:extLst>
              </p:cNvPr>
              <p:cNvSpPr/>
              <p:nvPr/>
            </p:nvSpPr>
            <p:spPr>
              <a:xfrm flipH="false" flipV="false">
                <a:off x="7090353" y="2401347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Influenced by urbanization and lifestyle shifts</a:t>
                </a:r>
              </a:p>
            </p:txBody>
          </p:sp>
          <p:sp>
            <p:nvSpPr>
              <p:cNvPr descr="209f0840-2fe4-4a2e-b0d5-a19993e53b02" id="38" name="Number3">
                <a:extLst>
                  <a:ext uri="{FF2B5EF4-FFF2-40B4-BE49-F238E27FC236}">
                    <a16:creationId id="{F968F3C3-0C69-597C-37C1-3E61086FA7D5}"/>
                  </a:ext>
                </a:extLst>
              </p:cNvPr>
              <p:cNvSpPr/>
              <p:nvPr/>
            </p:nvSpPr>
            <p:spPr>
              <a:xfrm flipH="false" flipV="false">
                <a:off x="3816239" y="2401347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8c90516f-2b6f-4f62-89dd-68f7eb288aa6" id="16" name="组合 15">
              <a:extLst>
                <a:ext uri="{FF2B5EF4-FFF2-40B4-BE49-F238E27FC236}">
                  <a16:creationId id="{3555A5E4-17BF-7213-7C70-A0A620E46064}"/>
                </a:ext>
              </a:extLst>
            </p:cNvPr>
            <p:cNvGrpSpPr/>
            <p:nvPr/>
          </p:nvGrpSpPr>
          <p:grpSpPr>
            <a:xfrm>
              <a:off x="3667260" y="3296765"/>
              <a:ext cx="7851648" cy="670871"/>
              <a:chOff x="3816239" y="3036870"/>
              <a:chExt cx="6497121" cy="555136"/>
            </a:xfrm>
          </p:grpSpPr>
          <p:sp>
            <p:nvSpPr>
              <p:cNvPr descr="e6f16b7e-f085-4e4d-b8b9-53172f8fe509" id="33" name="Bullet4">
                <a:extLst>
                  <a:ext uri="{FF2B5EF4-FFF2-40B4-BE49-F238E27FC236}">
                    <a16:creationId id="{145D53E5-6EE1-8D8C-7438-717E65BB363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3036870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Aesthetic Shifts</a:t>
                </a:r>
              </a:p>
            </p:txBody>
          </p:sp>
          <p:sp>
            <p:nvSpPr>
              <p:cNvPr descr="dbee4494-ff79-4db2-aadd-f22efee6fd5b" id="34" name="Text4">
                <a:extLst>
                  <a:ext uri="{FF2B5EF4-FFF2-40B4-BE49-F238E27FC236}">
                    <a16:creationId id="{EC36C3EF-0147-E1B3-8B20-4D95611B0883}"/>
                  </a:ext>
                </a:extLst>
              </p:cNvPr>
              <p:cNvSpPr/>
              <p:nvPr/>
            </p:nvSpPr>
            <p:spPr>
              <a:xfrm flipH="false" flipV="false">
                <a:off x="7090353" y="3036870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Moved towards simplicity and minimalism</a:t>
                </a:r>
              </a:p>
            </p:txBody>
          </p:sp>
          <p:sp>
            <p:nvSpPr>
              <p:cNvPr descr="c1b2437a-9fa3-45d4-9e89-6e6c5497922a" id="35" name="Number4">
                <a:extLst>
                  <a:ext uri="{FF2B5EF4-FFF2-40B4-BE49-F238E27FC236}">
                    <a16:creationId id="{2FEA3F1E-02A7-23FA-7242-BA04D08135B7}"/>
                  </a:ext>
                </a:extLst>
              </p:cNvPr>
              <p:cNvSpPr/>
              <p:nvPr/>
            </p:nvSpPr>
            <p:spPr>
              <a:xfrm flipH="false" flipV="false">
                <a:off x="3816239" y="3036870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25b9d009-2916-481e-bbbb-281c03b2b0ab" id="17" name="组合 16">
              <a:extLst>
                <a:ext uri="{FF2B5EF4-FFF2-40B4-BE49-F238E27FC236}">
                  <a16:creationId id="{B81B3132-21EC-BBB3-5C8F-4E34917C0061}"/>
                </a:ext>
              </a:extLst>
            </p:cNvPr>
            <p:cNvGrpSpPr/>
            <p:nvPr/>
          </p:nvGrpSpPr>
          <p:grpSpPr>
            <a:xfrm>
              <a:off x="3667260" y="4018920"/>
              <a:ext cx="7851648" cy="670871"/>
              <a:chOff x="3816239" y="3672393"/>
              <a:chExt cx="6497121" cy="555136"/>
            </a:xfrm>
          </p:grpSpPr>
          <p:sp>
            <p:nvSpPr>
              <p:cNvPr descr="f643c416-7c22-42e1-89fa-dd7d4c4d6800" id="30" name="Bullet5">
                <a:extLst>
                  <a:ext uri="{FF2B5EF4-FFF2-40B4-BE49-F238E27FC236}">
                    <a16:creationId id="{5D5664A1-4181-A79B-53D3-92176500B1C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3672393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Material Innovations</a:t>
                </a:r>
              </a:p>
            </p:txBody>
          </p:sp>
          <p:sp>
            <p:nvSpPr>
              <p:cNvPr descr="d7838857-0d6c-4354-9d12-20bab19751e5" id="31" name="Text5">
                <a:extLst>
                  <a:ext uri="{FF2B5EF4-FFF2-40B4-BE49-F238E27FC236}">
                    <a16:creationId id="{600F671F-4A58-55DA-C434-7D3B2A9EF7E1}"/>
                  </a:ext>
                </a:extLst>
              </p:cNvPr>
              <p:cNvSpPr/>
              <p:nvPr/>
            </p:nvSpPr>
            <p:spPr>
              <a:xfrm flipH="false" flipV="false">
                <a:off x="7090353" y="3672393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Utilized new materials like steel and glass</a:t>
                </a:r>
              </a:p>
            </p:txBody>
          </p:sp>
          <p:sp>
            <p:nvSpPr>
              <p:cNvPr descr="5206d4bf-0c76-47d8-b66a-75ff1b7822a0" id="32" name="Number5">
                <a:extLst>
                  <a:ext uri="{FF2B5EF4-FFF2-40B4-BE49-F238E27FC236}">
                    <a16:creationId id="{5E8738E6-F3BC-28FE-E726-E6ACD3C3E9E7}"/>
                  </a:ext>
                </a:extLst>
              </p:cNvPr>
              <p:cNvSpPr/>
              <p:nvPr/>
            </p:nvSpPr>
            <p:spPr>
              <a:xfrm flipH="false" flipV="false">
                <a:off x="3816239" y="3672393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8ea4abe9-938c-46a7-acac-9a62d5ab94c7" id="18" name="组合 17">
              <a:extLst>
                <a:ext uri="{FF2B5EF4-FFF2-40B4-BE49-F238E27FC236}">
                  <a16:creationId id="{59A26186-7377-B4C0-801B-7FC47508CFC3}"/>
                </a:ext>
              </a:extLst>
            </p:cNvPr>
            <p:cNvGrpSpPr/>
            <p:nvPr/>
          </p:nvGrpSpPr>
          <p:grpSpPr>
            <a:xfrm>
              <a:off x="3667260" y="4741075"/>
              <a:ext cx="7851648" cy="670871"/>
              <a:chOff x="3816239" y="4307916"/>
              <a:chExt cx="6497121" cy="555136"/>
            </a:xfrm>
          </p:grpSpPr>
          <p:sp>
            <p:nvSpPr>
              <p:cNvPr descr="95b1c123-026c-490e-85cc-2816b3bacde1" id="27" name="Bullet6">
                <a:extLst>
                  <a:ext uri="{FF2B5EF4-FFF2-40B4-BE49-F238E27FC236}">
                    <a16:creationId id="{09AEF5DD-B78B-DA74-D733-A57CA1EA735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4307916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Architectural Theories</a:t>
                </a:r>
              </a:p>
            </p:txBody>
          </p:sp>
          <p:sp>
            <p:nvSpPr>
              <p:cNvPr descr="5518b532-6f9e-4d00-9381-cc80bb1e3cf0" id="28" name="Text6">
                <a:extLst>
                  <a:ext uri="{FF2B5EF4-FFF2-40B4-BE49-F238E27FC236}">
                    <a16:creationId id="{54E61A6D-EA4D-0864-8E5F-5AADC36948C3}"/>
                  </a:ext>
                </a:extLst>
              </p:cNvPr>
              <p:cNvSpPr/>
              <p:nvPr/>
            </p:nvSpPr>
            <p:spPr>
              <a:xfrm flipH="false" flipV="false">
                <a:off x="7090353" y="4307916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New ideas shaped modern architectural practices</a:t>
                </a:r>
              </a:p>
            </p:txBody>
          </p:sp>
          <p:sp>
            <p:nvSpPr>
              <p:cNvPr descr="0b2c62bf-ebee-40de-b06a-ae4ae9de29f7" id="29" name="Number6">
                <a:extLst>
                  <a:ext uri="{FF2B5EF4-FFF2-40B4-BE49-F238E27FC236}">
                    <a16:creationId id="{28541711-46A6-6EA5-2F8E-77E102313C18}"/>
                  </a:ext>
                </a:extLst>
              </p:cNvPr>
              <p:cNvSpPr/>
              <p:nvPr/>
            </p:nvSpPr>
            <p:spPr>
              <a:xfrm flipH="false" flipV="false">
                <a:off x="3816239" y="4307916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6</a:t>
                </a:r>
              </a:p>
            </p:txBody>
          </p:sp>
        </p:grpSp>
        <p:grpSp>
          <p:nvGrpSpPr>
            <p:cNvPr descr="9eb4820d-086a-4c12-96d0-745e7f146fee" id="19" name="组合 18">
              <a:extLst>
                <a:ext uri="{FF2B5EF4-FFF2-40B4-BE49-F238E27FC236}">
                  <a16:creationId id="{239E7E9D-9285-4495-0128-32CB2F7A58AD}"/>
                </a:ext>
              </a:extLst>
            </p:cNvPr>
            <p:cNvGrpSpPr/>
            <p:nvPr/>
          </p:nvGrpSpPr>
          <p:grpSpPr>
            <a:xfrm>
              <a:off x="3667260" y="5463229"/>
              <a:ext cx="7851648" cy="670871"/>
              <a:chOff x="3816239" y="4943439"/>
              <a:chExt cx="6497121" cy="555136"/>
            </a:xfrm>
          </p:grpSpPr>
          <p:sp>
            <p:nvSpPr>
              <p:cNvPr descr="81520cb3-6e39-4086-bfb1-a745b55869ec" id="24" name="Bullet7">
                <a:extLst>
                  <a:ext uri="{FF2B5EF4-FFF2-40B4-BE49-F238E27FC236}">
                    <a16:creationId id="{A143AD3C-BBD9-0456-6E16-CA56418DD7B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4943439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Global Influences</a:t>
                </a:r>
              </a:p>
            </p:txBody>
          </p:sp>
          <p:sp>
            <p:nvSpPr>
              <p:cNvPr descr="d85a62ff-5798-473f-bf08-a5125acf9dbd" id="25" name="Text7">
                <a:extLst>
                  <a:ext uri="{FF2B5EF4-FFF2-40B4-BE49-F238E27FC236}">
                    <a16:creationId id="{0948FFE4-D01A-822B-37C8-0AC2F7F3B171}"/>
                  </a:ext>
                </a:extLst>
              </p:cNvPr>
              <p:cNvSpPr/>
              <p:nvPr/>
            </p:nvSpPr>
            <p:spPr>
              <a:xfrm flipH="false" flipV="false">
                <a:off x="7090353" y="4943439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Inspired by diverse cultural architectural styles</a:t>
                </a:r>
              </a:p>
            </p:txBody>
          </p:sp>
          <p:sp>
            <p:nvSpPr>
              <p:cNvPr descr="018d1131-ce10-42c3-b11f-dab7d58db1bf" id="26" name="Number7">
                <a:extLst>
                  <a:ext uri="{FF2B5EF4-FFF2-40B4-BE49-F238E27FC236}">
                    <a16:creationId id="{3AA35FAD-A8F8-6930-826F-2CC61FCB908F}"/>
                  </a:ext>
                </a:extLst>
              </p:cNvPr>
              <p:cNvSpPr/>
              <p:nvPr/>
            </p:nvSpPr>
            <p:spPr>
              <a:xfrm flipH="false" flipV="false">
                <a:off x="3816239" y="4943439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7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Origins of Modern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2a040ab-64ff-4bab-a628-9aa9da2e47cb" id="17" name="ae83c134-aad0-4446-849a-68dc083e8a2c.source.8.zh-Hans.pptx">
            <a:extLst>
              <a:ext uri="{FF2B5EF4-FFF2-40B4-BE49-F238E27FC236}">
                <a16:creationId id="{B5BA0B3D-99BE-6AA0-A6AD-34E683F4C0B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descr="de1401ab-24dc-461e-8d38-03f9a3bbb627" id="2" name="矩形: 圆角 1">
              <a:extLst>
                <a:ext uri="{FF2B5EF4-FFF2-40B4-BE49-F238E27FC236}">
                  <a16:creationId id="{C1908E86-C3FD-48C8-BFDB-DD5FE88A2D1B}"/>
                </a:ext>
              </a:extLst>
            </p:cNvPr>
            <p:cNvSpPr/>
            <p:nvPr/>
          </p:nvSpPr>
          <p:spPr>
            <a:xfrm flipH="false" flipV="false">
              <a:off x="0" y="0"/>
              <a:ext cx="12192000" cy="6858000"/>
            </a:xfrm>
            <a:prstGeom prst="roundRect">
              <a:avLst>
                <a:gd fmla="val 0" name="adj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d28ce8a0-ec77-4fe6-82d3-02396fa27cde" id="34" name="椭圆 33">
              <a:extLst>
                <a:ext uri="{FF2B5EF4-FFF2-40B4-BE49-F238E27FC236}">
                  <a16:creationId id="{A0F468F6-357F-41F7-A07C-679AE2A0A1A4}"/>
                </a:ext>
              </a:extLst>
            </p:cNvPr>
            <p:cNvSpPr/>
            <p:nvPr/>
          </p:nvSpPr>
          <p:spPr>
            <a:xfrm flipH="false" flipV="false" rot="533347">
              <a:off x="9132948" y="3798948"/>
              <a:ext cx="2855575" cy="2855575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60000">
                  <a:schemeClr val="accent1">
                    <a:lumMod val="60000"/>
                    <a:lumOff val="40000"/>
                    <a:alpha val="21000"/>
                  </a:schemeClr>
                </a:gs>
              </a:gsLst>
              <a:lin ang="2700000" scaled="0"/>
            </a:gradFill>
            <a:ln cap="rnd" w="57150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noAutofit/>
            </a:bodyPr>
            <a:lstStyle/>
            <a:p>
              <a:pPr algn="ctr"/>
            </a:p>
          </p:txBody>
        </p:sp>
        <p:sp>
          <p:nvSpPr>
            <p:cNvPr descr="1cc8aef0-a0c2-4a89-a5e8-666ac5702206" id="35" name="椭圆 34">
              <a:extLst>
                <a:ext uri="{FF2B5EF4-FFF2-40B4-BE49-F238E27FC236}">
                  <a16:creationId id="{2F5E3989-BC50-43B2-AF49-3032EC4C3724}"/>
                </a:ext>
              </a:extLst>
            </p:cNvPr>
            <p:cNvSpPr/>
            <p:nvPr/>
          </p:nvSpPr>
          <p:spPr>
            <a:xfrm flipH="false" flipV="false" rot="7408701">
              <a:off x="75222" y="295452"/>
              <a:ext cx="1531964" cy="1531964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alpha val="60000"/>
                  </a:schemeClr>
                </a:gs>
                <a:gs pos="88000">
                  <a:schemeClr val="accent5">
                    <a:alpha val="73000"/>
                  </a:schemeClr>
                </a:gs>
                <a:gs pos="47000">
                  <a:schemeClr val="accent5">
                    <a:lumMod val="60000"/>
                    <a:lumOff val="40000"/>
                    <a:alpha val="31000"/>
                  </a:schemeClr>
                </a:gs>
              </a:gsLst>
              <a:path path="circle">
                <a:fillToRect b="-30000" l="50000" r="50000" t="130000"/>
              </a:path>
              <a:tileRect/>
            </a:gradFill>
            <a:ln cap="rnd" w="57150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noAutofit/>
            </a:bodyPr>
            <a:lstStyle/>
            <a:p>
              <a:pPr algn="ctr"/>
            </a:p>
          </p:txBody>
        </p:sp>
        <p:grpSp>
          <p:nvGrpSpPr>
            <p:cNvPr descr="5ecb5fb5-de1e-4fc5-8d6a-e7de6230e20c" id="16" name="组合 15">
              <a:extLst>
                <a:ext uri="{FF2B5EF4-FFF2-40B4-BE49-F238E27FC236}">
                  <a16:creationId id="{3C89F263-CCFE-A567-AA27-A385435E7D7C}"/>
                </a:ext>
              </a:extLst>
            </p:cNvPr>
            <p:cNvGrpSpPr/>
            <p:nvPr/>
          </p:nvGrpSpPr>
          <p:grpSpPr>
            <a:xfrm>
              <a:off x="673102" y="1130300"/>
              <a:ext cx="10845798" cy="4626134"/>
              <a:chOff x="673102" y="1130300"/>
              <a:chExt cx="10845798" cy="4626134"/>
            </a:xfrm>
          </p:grpSpPr>
          <p:grpSp>
            <p:nvGrpSpPr>
              <p:cNvPr descr="7bb77fe0-484c-429c-b317-3c9c6f823299" id="14" name="组合 13">
                <a:extLst>
                  <a:ext uri="{FF2B5EF4-FFF2-40B4-BE49-F238E27FC236}">
                    <a16:creationId id="{0D25C6E8-BEDD-0024-3B6A-FE5CE69285EC}"/>
                  </a:ext>
                </a:extLst>
              </p:cNvPr>
              <p:cNvGrpSpPr/>
              <p:nvPr/>
            </p:nvGrpSpPr>
            <p:grpSpPr>
              <a:xfrm>
                <a:off x="673102" y="2057721"/>
                <a:ext cx="10845798" cy="3698713"/>
                <a:chOff x="673102" y="2057721"/>
                <a:chExt cx="10845798" cy="3698713"/>
              </a:xfrm>
            </p:grpSpPr>
            <p:grpSp>
              <p:nvGrpSpPr>
                <p:cNvPr descr="de5dd449-8234-4f1a-9d5c-7a49c0eecd41" id="5" name="组合 4">
                  <a:extLst>
                    <a:ext uri="{FF2B5EF4-FFF2-40B4-BE49-F238E27FC236}">
                      <a16:creationId id="{2565C921-4DCC-86B7-3031-BBAD7FC08668}"/>
                    </a:ext>
                  </a:extLst>
                </p:cNvPr>
                <p:cNvGrpSpPr/>
                <p:nvPr/>
              </p:nvGrpSpPr>
              <p:grpSpPr>
                <a:xfrm>
                  <a:off x="673102" y="2057721"/>
                  <a:ext cx="5054597" cy="798175"/>
                  <a:chOff x="673102" y="2057721"/>
                  <a:chExt cx="5054597" cy="798175"/>
                </a:xfrm>
              </p:grpSpPr>
              <p:sp>
                <p:nvSpPr>
                  <p:cNvPr descr="292b3576-9576-4f53-845d-e74cd005ec05" id="93" name="Bullet1">
                    <a:extLst>
                      <a:ext uri="{FF2B5EF4-FFF2-40B4-BE49-F238E27FC236}">
                        <a16:creationId id="{0BCA9D06-FAEB-4212-B7FE-0C7B2782057A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486145" y="2116090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De Stijl</a:t>
                    </a:r>
                  </a:p>
                </p:txBody>
              </p:sp>
              <p:sp>
                <p:nvSpPr>
                  <p:cNvPr descr="fd8da24d-ec5b-47aa-b32b-9153088332a7" id="91" name="Number1">
                    <a:extLst>
                      <a:ext uri="{FF2B5EF4-FFF2-40B4-BE49-F238E27FC236}">
                        <a16:creationId id="{5A8B9AC6-F8D1-478C-B1C9-A9570DE15D22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73102" y="2057721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4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4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4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01</a:t>
                    </a:r>
                  </a:p>
                </p:txBody>
              </p:sp>
            </p:grpSp>
            <p:grpSp>
              <p:nvGrpSpPr>
                <p:cNvPr descr="c94d1625-8eb7-4ef8-8436-89a75b878b7c" id="7" name="组合 6">
                  <a:extLst>
                    <a:ext uri="{FF2B5EF4-FFF2-40B4-BE49-F238E27FC236}">
                      <a16:creationId id="{239ED8D8-E865-A2A3-A595-4B5EA7980C12}"/>
                    </a:ext>
                  </a:extLst>
                </p:cNvPr>
                <p:cNvGrpSpPr/>
                <p:nvPr/>
              </p:nvGrpSpPr>
              <p:grpSpPr>
                <a:xfrm>
                  <a:off x="6464303" y="2057721"/>
                  <a:ext cx="5054597" cy="798175"/>
                  <a:chOff x="6464303" y="2057721"/>
                  <a:chExt cx="5054597" cy="798175"/>
                </a:xfrm>
              </p:grpSpPr>
              <p:sp>
                <p:nvSpPr>
                  <p:cNvPr descr="0ed834a3-0805-45c4-94c2-38510c8e8706" id="24" name="Bullet2">
                    <a:extLst>
                      <a:ext uri="{FF2B5EF4-FFF2-40B4-BE49-F238E27FC236}">
                        <a16:creationId id="{84E5C6BD-782C-4882-B83E-2792F5724274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277346" y="2116090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Bauhaus</a:t>
                    </a:r>
                  </a:p>
                </p:txBody>
              </p:sp>
              <p:sp>
                <p:nvSpPr>
                  <p:cNvPr descr="3b02121d-15b9-4baf-9d59-96fbf182d195" id="28" name="Number2">
                    <a:extLst>
                      <a:ext uri="{FF2B5EF4-FFF2-40B4-BE49-F238E27FC236}">
                        <a16:creationId id="{19A448BC-BBAB-4C9B-8F8E-3C20E0521301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464303" y="2057721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5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5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02</a:t>
                    </a:r>
                  </a:p>
                </p:txBody>
              </p:sp>
            </p:grpSp>
            <p:grpSp>
              <p:nvGrpSpPr>
                <p:cNvPr descr="06542066-b7cc-4822-a7da-385f32863e2d" id="8" name="组合 7">
                  <a:extLst>
                    <a:ext uri="{FF2B5EF4-FFF2-40B4-BE49-F238E27FC236}">
                      <a16:creationId id="{302831F2-1959-637D-30A1-A556C48165B2}"/>
                    </a:ext>
                  </a:extLst>
                </p:cNvPr>
                <p:cNvGrpSpPr/>
                <p:nvPr/>
              </p:nvGrpSpPr>
              <p:grpSpPr>
                <a:xfrm>
                  <a:off x="673102" y="3024567"/>
                  <a:ext cx="5054597" cy="798175"/>
                  <a:chOff x="673102" y="3024567"/>
                  <a:chExt cx="5054597" cy="798175"/>
                </a:xfrm>
              </p:grpSpPr>
              <p:sp>
                <p:nvSpPr>
                  <p:cNvPr descr="2749f572-e347-4698-8604-bea40f9364c8" id="108" name="Bullet3">
                    <a:extLst>
                      <a:ext uri="{FF2B5EF4-FFF2-40B4-BE49-F238E27FC236}">
                        <a16:creationId id="{2312E3BC-A651-462B-B1F4-836ABD205F14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486145" y="3082936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Frank Lloyd Wright's Influence</a:t>
                    </a:r>
                  </a:p>
                </p:txBody>
              </p:sp>
              <p:sp>
                <p:nvSpPr>
                  <p:cNvPr descr="153c183f-9632-4c94-8475-03c16b4ad4ee" id="106" name="Number3">
                    <a:extLst>
                      <a:ext uri="{FF2B5EF4-FFF2-40B4-BE49-F238E27FC236}">
                        <a16:creationId id="{7EC865AD-F355-4ABE-A135-A11B59F1A67C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73102" y="3024567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2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5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03</a:t>
                    </a:r>
                  </a:p>
                </p:txBody>
              </p:sp>
            </p:grpSp>
            <p:grpSp>
              <p:nvGrpSpPr>
                <p:cNvPr descr="9c470fbc-e9dc-4af0-8085-2f0af59d1570" id="9" name="组合 8">
                  <a:extLst>
                    <a:ext uri="{FF2B5EF4-FFF2-40B4-BE49-F238E27FC236}">
                      <a16:creationId id="{13269D01-FE8A-FB4F-DBBA-5FF53637355C}"/>
                    </a:ext>
                  </a:extLst>
                </p:cNvPr>
                <p:cNvGrpSpPr/>
                <p:nvPr/>
              </p:nvGrpSpPr>
              <p:grpSpPr>
                <a:xfrm>
                  <a:off x="6464303" y="3024567"/>
                  <a:ext cx="5054597" cy="798175"/>
                  <a:chOff x="6464303" y="3024567"/>
                  <a:chExt cx="5054597" cy="798175"/>
                </a:xfrm>
              </p:grpSpPr>
              <p:sp>
                <p:nvSpPr>
                  <p:cNvPr descr="2ec570e3-168b-4104-bd93-4a11b4289704" id="25" name="Bullet4">
                    <a:extLst>
                      <a:ext uri="{FF2B5EF4-FFF2-40B4-BE49-F238E27FC236}">
                        <a16:creationId id="{BAD7B8D6-A04D-4AEE-88CD-B33C7DB85FEE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277346" y="3082936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Cubism's Impact</a:t>
                    </a:r>
                  </a:p>
                </p:txBody>
              </p:sp>
              <p:sp>
                <p:nvSpPr>
                  <p:cNvPr descr="19d58354-9032-440e-b36d-4e4cf0bb78aa" id="29" name="Number4">
                    <a:extLst>
                      <a:ext uri="{FF2B5EF4-FFF2-40B4-BE49-F238E27FC236}">
                        <a16:creationId id="{FE4A7702-A63A-4A6E-872D-A07D0F4718A6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464303" y="3024567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6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6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6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04</a:t>
                    </a:r>
                  </a:p>
                </p:txBody>
              </p:sp>
            </p:grpSp>
            <p:grpSp>
              <p:nvGrpSpPr>
                <p:cNvPr descr="6f1a6fa1-b055-4895-a436-396195527531" id="10" name="组合 9">
                  <a:extLst>
                    <a:ext uri="{FF2B5EF4-FFF2-40B4-BE49-F238E27FC236}">
                      <a16:creationId id="{C45AB61A-1495-87BA-0463-191E70C23892}"/>
                    </a:ext>
                  </a:extLst>
                </p:cNvPr>
                <p:cNvGrpSpPr/>
                <p:nvPr/>
              </p:nvGrpSpPr>
              <p:grpSpPr>
                <a:xfrm>
                  <a:off x="673102" y="3991413"/>
                  <a:ext cx="5054597" cy="798175"/>
                  <a:chOff x="673102" y="3991413"/>
                  <a:chExt cx="5054597" cy="798175"/>
                </a:xfrm>
              </p:grpSpPr>
              <p:sp>
                <p:nvSpPr>
                  <p:cNvPr descr="4a25784f-79c6-4dc3-bbc2-0354c58595b5" id="113" name="Bullet5">
                    <a:extLst>
                      <a:ext uri="{FF2B5EF4-FFF2-40B4-BE49-F238E27FC236}">
                        <a16:creationId id="{06FFE528-ECBE-4D4F-856C-B834212CB563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486145" y="4049782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FUTURISM</a:t>
                    </a:r>
                  </a:p>
                </p:txBody>
              </p:sp>
              <p:sp>
                <p:nvSpPr>
                  <p:cNvPr descr="91004b6c-af77-4815-a600-90fa5d2d5eb1" id="111" name="Number5">
                    <a:extLst>
                      <a:ext uri="{FF2B5EF4-FFF2-40B4-BE49-F238E27FC236}">
                        <a16:creationId id="{1BA97AEA-15A1-4E91-9238-D3AFD2FF76D2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73102" y="3991413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3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3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3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05</a:t>
                    </a:r>
                  </a:p>
                </p:txBody>
              </p:sp>
            </p:grpSp>
            <p:grpSp>
              <p:nvGrpSpPr>
                <p:cNvPr descr="5e0a63c5-835d-4b9c-98b5-951f4ef0b6e4" id="11" name="组合 10">
                  <a:extLst>
                    <a:ext uri="{FF2B5EF4-FFF2-40B4-BE49-F238E27FC236}">
                      <a16:creationId id="{99B51096-0160-CEBA-7409-FA51D1BD1F2A}"/>
                    </a:ext>
                  </a:extLst>
                </p:cNvPr>
                <p:cNvGrpSpPr/>
                <p:nvPr/>
              </p:nvGrpSpPr>
              <p:grpSpPr>
                <a:xfrm>
                  <a:off x="6464303" y="3991413"/>
                  <a:ext cx="5054597" cy="798175"/>
                  <a:chOff x="6464303" y="3991413"/>
                  <a:chExt cx="5054597" cy="798175"/>
                </a:xfrm>
              </p:grpSpPr>
              <p:sp>
                <p:nvSpPr>
                  <p:cNvPr descr="e929983a-bd74-4bbf-aa09-31ef463e6d10" id="26" name="Bullet6">
                    <a:extLst>
                      <a:ext uri="{FF2B5EF4-FFF2-40B4-BE49-F238E27FC236}">
                        <a16:creationId id="{B6FD85D8-6EA1-44E3-8BA7-062C69F63A34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277346" y="4049782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Expressionism</a:t>
                    </a:r>
                  </a:p>
                </p:txBody>
              </p:sp>
              <p:sp>
                <p:nvSpPr>
                  <p:cNvPr descr="9667639d-3584-4869-992a-114f51cde7b4" id="30" name="Number6">
                    <a:extLst>
                      <a:ext uri="{FF2B5EF4-FFF2-40B4-BE49-F238E27FC236}">
                        <a16:creationId id="{C2F936D7-F789-4838-BE43-4A4F90648049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464303" y="3991413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2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2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2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06</a:t>
                    </a:r>
                  </a:p>
                </p:txBody>
              </p:sp>
            </p:grpSp>
            <p:grpSp>
              <p:nvGrpSpPr>
                <p:cNvPr descr="da30cd99-0a7b-4fbc-aa15-fd592c169ad7" id="12" name="组合 11">
                  <a:extLst>
                    <a:ext uri="{FF2B5EF4-FFF2-40B4-BE49-F238E27FC236}">
                      <a16:creationId id="{9940E338-7824-09CB-3A4D-848219C95FB3}"/>
                    </a:ext>
                  </a:extLst>
                </p:cNvPr>
                <p:cNvGrpSpPr/>
                <p:nvPr/>
              </p:nvGrpSpPr>
              <p:grpSpPr>
                <a:xfrm>
                  <a:off x="673102" y="4958259"/>
                  <a:ext cx="5054597" cy="798175"/>
                  <a:chOff x="673102" y="4958259"/>
                  <a:chExt cx="5054597" cy="798175"/>
                </a:xfrm>
              </p:grpSpPr>
              <p:sp>
                <p:nvSpPr>
                  <p:cNvPr descr="11a215d2-f26d-48b7-a603-2c87a5c1d516" id="118" name="Bullet7">
                    <a:extLst>
                      <a:ext uri="{FF2B5EF4-FFF2-40B4-BE49-F238E27FC236}">
                        <a16:creationId id="{6AF71E55-EEC3-496C-8837-90AF2254339E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486145" y="5016628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Constructivism</a:t>
                    </a:r>
                  </a:p>
                </p:txBody>
              </p:sp>
              <p:sp>
                <p:nvSpPr>
                  <p:cNvPr descr="712f336e-e304-4901-b7a9-f419125d0576" id="116" name="Number7">
                    <a:extLst>
                      <a:ext uri="{FF2B5EF4-FFF2-40B4-BE49-F238E27FC236}">
                        <a16:creationId id="{95A0FB7D-5722-4B04-B801-2EA5DC27CB5E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73102" y="4958259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1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5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07</a:t>
                    </a:r>
                  </a:p>
                </p:txBody>
              </p:sp>
            </p:grpSp>
            <p:grpSp>
              <p:nvGrpSpPr>
                <p:cNvPr descr="793edceb-119a-4bea-ab1d-b64319ffa5f5" id="13" name="组合 12">
                  <a:extLst>
                    <a:ext uri="{FF2B5EF4-FFF2-40B4-BE49-F238E27FC236}">
                      <a16:creationId id="{B17EF1A4-196F-038E-3DB0-054DC6B2B429}"/>
                    </a:ext>
                  </a:extLst>
                </p:cNvPr>
                <p:cNvGrpSpPr/>
                <p:nvPr/>
              </p:nvGrpSpPr>
              <p:grpSpPr>
                <a:xfrm>
                  <a:off x="6464303" y="4958259"/>
                  <a:ext cx="5054597" cy="798175"/>
                  <a:chOff x="6464303" y="4958259"/>
                  <a:chExt cx="5054597" cy="798175"/>
                </a:xfrm>
              </p:grpSpPr>
              <p:sp>
                <p:nvSpPr>
                  <p:cNvPr descr="3aeaf5af-e269-49d4-9153-95e24b6a1a3b" id="27" name="Bullet8">
                    <a:extLst>
                      <a:ext uri="{FF2B5EF4-FFF2-40B4-BE49-F238E27FC236}">
                        <a16:creationId id="{E92F36DC-2297-4233-8717-DBF96C98CEF0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277346" y="5016628"/>
                    <a:ext cx="4241554" cy="739806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algn="ctr" blurRad="1016000" dir="2400000" dist="101600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true" rtlCol="0" vert="horz" wrap="square">
                    <a:normAutofit/>
                  </a:bodyPr>
                  <a:lstStyle/>
                  <a:p>
                    <a:pPr algn="ctr"/>
                    <a:r>
                      <a:rPr b="true" i="false" lang="en-US" sz="1800" u="none">
                        <a:solidFill>
                          <a:srgbClr val="000000"/>
                        </a:solidFill>
                        <a:latin typeface="Arial"/>
                      </a:rPr>
                      <a:t>International Style</a:t>
                    </a:r>
                  </a:p>
                </p:txBody>
              </p:sp>
              <p:sp>
                <p:nvSpPr>
                  <p:cNvPr descr="884919fb-17ea-4376-9e3c-fd03cb23ec99" id="31" name="Number8">
                    <a:extLst>
                      <a:ext uri="{FF2B5EF4-FFF2-40B4-BE49-F238E27FC236}">
                        <a16:creationId id="{710CEC27-CB77-41D0-B09B-5BF70206119B}"/>
                      </a:ext>
                    </a:extLst>
                  </p:cNvPr>
                  <p:cNvSpPr txBox="1"/>
                  <p:nvPr/>
                </p:nvSpPr>
                <p:spPr>
                  <a:xfrm flipH="false" flipV="false">
                    <a:off x="6464303" y="4958259"/>
                    <a:ext cx="813043" cy="769441"/>
                  </a:xfrm>
                  <a:prstGeom prst="rect">
                    <a:avLst/>
                  </a:prstGeom>
                  <a:noFill/>
                  <a:effectLst>
                    <a:outerShdw algn="ctr" blurRad="76200" dir="5400000" dist="50800" rotWithShape="0">
                      <a:schemeClr val="accent4">
                        <a:alpha val="20000"/>
                      </a:schemeClr>
                    </a:outerShdw>
                  </a:effectLst>
                </p:spPr>
                <p:txBody>
                  <a:bodyPr anchorCtr="false" rtlCol="0" wrap="none">
                    <a:spAutoFit/>
                  </a:bodyPr>
                  <a:lstStyle>
                    <a:defPPr>
                      <a:defRPr lang="zh-CN"/>
                    </a:defPPr>
                    <a:lvl1pPr>
                      <a:defRPr b="1" i="1" sz="6000">
                        <a:gradFill>
                          <a:gsLst>
                            <a:gs pos="0">
                              <a:schemeClr val="accent4">
                                <a:lumMod val="60000"/>
                                <a:lumOff val="40000"/>
                              </a:schemeClr>
                            </a:gs>
                            <a:gs pos="60000">
                              <a:schemeClr val="accent4"/>
                            </a:gs>
                          </a:gsLst>
                          <a:lin ang="2700000" scaled="0"/>
                        </a:gradFill>
                      </a:defRPr>
                    </a:lvl1pPr>
                  </a:lstStyle>
                  <a:p>
                    <a:pPr algn="l"/>
                    <a:r>
                      <a:rPr b="true" i="true" lang="en-US" sz="4400" u="none">
                        <a:latin typeface="Arial"/>
                      </a:rPr>
                      <a:t>08</a:t>
                    </a:r>
                  </a:p>
                </p:txBody>
              </p:sp>
            </p:grpSp>
          </p:grpSp>
          <p:sp>
            <p:nvSpPr>
              <p:cNvPr descr="4a77d51f-e7b8-4b27-bf55-f217e66f70b5" id="33" name="Title">
                <a:extLst>
                  <a:ext uri="{FF2B5EF4-FFF2-40B4-BE49-F238E27FC236}">
                    <a16:creationId id="{68F85ED4-239F-4C32-AB10-40FEB2623D33}"/>
                  </a:ext>
                </a:extLst>
              </p:cNvPr>
              <p:cNvSpPr txBox="1"/>
              <p:nvPr/>
            </p:nvSpPr>
            <p:spPr>
              <a:xfrm flipH="false" flipV="false">
                <a:off x="1988145" y="1130300"/>
                <a:ext cx="8215711" cy="769441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Pioneering Movements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Early Modernism in Europe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95f4818-a663-47bb-a336-b45560accae7" id="2" name="b97b5567-1e53-4734-9ef1-9ffb665bdb55.source.7.zh-Hans.pptx">
            <a:extLst>
              <a:ext uri="{FF2B5EF4-FFF2-40B4-BE49-F238E27FC236}">
                <a16:creationId id="{00D82375-7A28-86AC-7832-095F760CAD85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671e652f-4f68-41ff-b3cb-83eedfcaf38a" id="31" name="直接连接符 30">
              <a:extLst>
                <a:ext uri="{FF2B5EF4-FFF2-40B4-BE49-F238E27FC236}">
                  <a16:creationId id="{7E2630BC-DD49-8CFA-87AF-53C98210F02C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3684432" y="2276857"/>
              <a:ext cx="783446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18790eb8-1bde-4d2e-ad67-63e8747bbcaa" id="32" name="直接连接符 31">
              <a:extLst>
                <a:ext uri="{FF2B5EF4-FFF2-40B4-BE49-F238E27FC236}">
                  <a16:creationId id="{1C07E179-97C5-89D6-3103-ACE9B12E9DF2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3684432" y="3562605"/>
              <a:ext cx="783446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4341bee4-0338-4a03-9fc1-08841c09fe3b" id="33" name="直接连接符 32">
              <a:extLst>
                <a:ext uri="{FF2B5EF4-FFF2-40B4-BE49-F238E27FC236}">
                  <a16:creationId id="{1176988B-8DFF-CC4D-C4F8-C522697BC0C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3684432" y="4848355"/>
              <a:ext cx="783446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6415c7c-a824-40e1-92ba-eff5476a0ee5" id="34" name="直接连接符 33">
              <a:extLst>
                <a:ext uri="{FF2B5EF4-FFF2-40B4-BE49-F238E27FC236}">
                  <a16:creationId id="{3AE581A7-A3C5-162E-9EE3-AFFD7F37558E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3684432" y="6134100"/>
              <a:ext cx="7834467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4b4c5b10-5e4f-426b-b4b8-069d27cbe394" id="45" name="Title">
              <a:extLst>
                <a:ext uri="{FF2B5EF4-FFF2-40B4-BE49-F238E27FC236}">
                  <a16:creationId id="{D6E70A99-AC5F-FB61-05DB-D3EFD3CBF672}"/>
                </a:ext>
              </a:extLst>
            </p:cNvPr>
            <p:cNvSpPr txBox="1"/>
            <p:nvPr/>
          </p:nvSpPr>
          <p:spPr>
            <a:xfrm flipH="true" flipV="false">
              <a:off x="660400" y="1143002"/>
              <a:ext cx="2717872" cy="234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5400" u="none">
                  <a:solidFill>
                    <a:srgbClr val="000000"/>
                  </a:solidFill>
                  <a:latin typeface="Arial"/>
                </a:rPr>
                <a:t>The New World's Contribution</a:t>
              </a:r>
            </a:p>
          </p:txBody>
        </p:sp>
        <p:grpSp>
          <p:nvGrpSpPr>
            <p:cNvPr descr="4e85e098-7ad0-4732-b9f7-e9423554056b" id="59" name="组合 58">
              <a:extLst>
                <a:ext uri="{FF2B5EF4-FFF2-40B4-BE49-F238E27FC236}">
                  <a16:creationId id="{238E9CA3-C8CD-F53B-30E7-B89F6C70819A}"/>
                </a:ext>
              </a:extLst>
            </p:cNvPr>
            <p:cNvGrpSpPr/>
            <p:nvPr/>
          </p:nvGrpSpPr>
          <p:grpSpPr>
            <a:xfrm>
              <a:off x="673101" y="1130300"/>
              <a:ext cx="6775485" cy="4893129"/>
              <a:chOff x="673101" y="1130300"/>
              <a:chExt cx="6775485" cy="4893129"/>
            </a:xfrm>
          </p:grpSpPr>
          <p:sp>
            <p:nvSpPr>
              <p:cNvPr descr="d268195e-b469-4c13-8961-f1140def3cf6" id="24" name="Bullet1">
                <a:extLst>
                  <a:ext uri="{FF2B5EF4-FFF2-40B4-BE49-F238E27FC236}">
                    <a16:creationId id="{FC85C191-8429-34EF-A310-28EEDB727825}"/>
                  </a:ext>
                </a:extLst>
              </p:cNvPr>
              <p:cNvSpPr txBox="1"/>
              <p:nvPr/>
            </p:nvSpPr>
            <p:spPr>
              <a:xfrm flipH="false" flipV="false">
                <a:off x="4495992" y="1130300"/>
                <a:ext cx="2952594" cy="11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Louis Sullivan's Principles</a:t>
                </a:r>
              </a:p>
            </p:txBody>
          </p:sp>
          <p:sp>
            <p:nvSpPr>
              <p:cNvPr descr="f77b154f-2255-4db8-94bf-6ad72899a433" id="25" name="Number1">
                <a:extLst>
                  <a:ext uri="{FF2B5EF4-FFF2-40B4-BE49-F238E27FC236}">
                    <a16:creationId id="{BF0FA92A-66B7-DA11-9445-915653AE1FDF}"/>
                  </a:ext>
                </a:extLst>
              </p:cNvPr>
              <p:cNvSpPr txBox="1"/>
              <p:nvPr/>
            </p:nvSpPr>
            <p:spPr>
              <a:xfrm flipH="false" flipV="false">
                <a:off x="3689257" y="1130300"/>
                <a:ext cx="801911" cy="11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86008880-0f24-455c-b526-e8250770e3a6" id="49" name="Shape">
                <a:extLst>
                  <a:ext uri="{FF2B5EF4-FFF2-40B4-BE49-F238E27FC236}">
                    <a16:creationId id="{DDD2FB7E-4C6A-E6FF-44FA-2B70012FB787}"/>
                  </a:ext>
                </a:extLst>
              </p:cNvPr>
              <p:cNvSpPr/>
              <p:nvPr/>
            </p:nvSpPr>
            <p:spPr>
              <a:xfrm flipH="false" flipV="false">
                <a:off x="673101" y="5714998"/>
                <a:ext cx="241299" cy="3084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e28d1c72-6f42-4c93-86e9-d63fb7c057c2" id="60" name="组合 59">
              <a:extLst>
                <a:ext uri="{FF2B5EF4-FFF2-40B4-BE49-F238E27FC236}">
                  <a16:creationId id="{BF4D3B8A-3911-BE9A-719B-AD69C4E1A727}"/>
                </a:ext>
              </a:extLst>
            </p:cNvPr>
            <p:cNvGrpSpPr/>
            <p:nvPr/>
          </p:nvGrpSpPr>
          <p:grpSpPr>
            <a:xfrm>
              <a:off x="3689257" y="2414402"/>
              <a:ext cx="3759329" cy="1148203"/>
              <a:chOff x="3689257" y="2414402"/>
              <a:chExt cx="3759329" cy="1148203"/>
            </a:xfrm>
          </p:grpSpPr>
          <p:sp>
            <p:nvSpPr>
              <p:cNvPr descr="23757d1c-5e78-43d7-a6d7-022ac73c82d2" id="26" name="Bullet2">
                <a:extLst>
                  <a:ext uri="{FF2B5EF4-FFF2-40B4-BE49-F238E27FC236}">
                    <a16:creationId id="{322AEF66-77D2-59A1-ED72-486528DB0FD9}"/>
                  </a:ext>
                </a:extLst>
              </p:cNvPr>
              <p:cNvSpPr txBox="1"/>
              <p:nvPr/>
            </p:nvSpPr>
            <p:spPr>
              <a:xfrm flipH="false" flipV="false">
                <a:off x="4495992" y="2414402"/>
                <a:ext cx="2952594" cy="1146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Skyscraper Development</a:t>
                </a:r>
              </a:p>
            </p:txBody>
          </p:sp>
          <p:sp>
            <p:nvSpPr>
              <p:cNvPr descr="ce1cc1ab-24a1-4a2d-a54b-504012a3d3aa" id="27" name="Number2">
                <a:extLst>
                  <a:ext uri="{FF2B5EF4-FFF2-40B4-BE49-F238E27FC236}">
                    <a16:creationId id="{66429CC5-010F-798E-7C37-D39CB1F2EC81}"/>
                  </a:ext>
                </a:extLst>
              </p:cNvPr>
              <p:cNvSpPr txBox="1"/>
              <p:nvPr/>
            </p:nvSpPr>
            <p:spPr>
              <a:xfrm flipH="false" flipV="false">
                <a:off x="3689257" y="2416047"/>
                <a:ext cx="801911" cy="1146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2.</a:t>
                </a:r>
              </a:p>
            </p:txBody>
          </p:sp>
        </p:grpSp>
        <p:grpSp>
          <p:nvGrpSpPr>
            <p:cNvPr descr="0f4064e3-c7bc-4bc2-887b-f40e6d443b3d" id="61" name="组合 60">
              <a:extLst>
                <a:ext uri="{FF2B5EF4-FFF2-40B4-BE49-F238E27FC236}">
                  <a16:creationId id="{C2CF11B1-8741-D672-6C52-00A712B51C37}"/>
                </a:ext>
              </a:extLst>
            </p:cNvPr>
            <p:cNvGrpSpPr/>
            <p:nvPr/>
          </p:nvGrpSpPr>
          <p:grpSpPr>
            <a:xfrm>
              <a:off x="3689257" y="3698507"/>
              <a:ext cx="3759329" cy="1149848"/>
              <a:chOff x="3689257" y="3698507"/>
              <a:chExt cx="3759329" cy="1149848"/>
            </a:xfrm>
          </p:grpSpPr>
          <p:sp>
            <p:nvSpPr>
              <p:cNvPr descr="9b20eec9-2275-422c-8685-2e4cd3363120" id="28" name="Bullet3">
                <a:extLst>
                  <a:ext uri="{FF2B5EF4-FFF2-40B4-BE49-F238E27FC236}">
                    <a16:creationId id="{C5E9FEC3-CDDB-07E1-F887-810147CC4AE6}"/>
                  </a:ext>
                </a:extLst>
              </p:cNvPr>
              <p:cNvSpPr txBox="1"/>
              <p:nvPr/>
            </p:nvSpPr>
            <p:spPr>
              <a:xfrm flipH="false" flipV="false">
                <a:off x="4495992" y="3698507"/>
                <a:ext cx="2952594" cy="1146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Arts and Crafts Movement</a:t>
                </a:r>
              </a:p>
            </p:txBody>
          </p:sp>
          <p:sp>
            <p:nvSpPr>
              <p:cNvPr descr="df55929d-4599-4960-9e90-e0848828ff4a" id="29" name="Number3">
                <a:extLst>
                  <a:ext uri="{FF2B5EF4-FFF2-40B4-BE49-F238E27FC236}">
                    <a16:creationId id="{3AB1D9AB-DA63-6ED5-69F3-684A6DAD46F6}"/>
                  </a:ext>
                </a:extLst>
              </p:cNvPr>
              <p:cNvSpPr txBox="1"/>
              <p:nvPr/>
            </p:nvSpPr>
            <p:spPr>
              <a:xfrm flipH="false" flipV="false">
                <a:off x="3689257" y="3701797"/>
                <a:ext cx="801911" cy="1146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3.</a:t>
                </a:r>
              </a:p>
            </p:txBody>
          </p:sp>
        </p:grpSp>
        <p:grpSp>
          <p:nvGrpSpPr>
            <p:cNvPr descr="3208804f-f369-4d2a-8f54-eaf623931c1c" id="62" name="组合 61">
              <a:extLst>
                <a:ext uri="{FF2B5EF4-FFF2-40B4-BE49-F238E27FC236}">
                  <a16:creationId id="{F218932E-E3CA-34EA-5C1A-EDD750C55F08}"/>
                </a:ext>
              </a:extLst>
            </p:cNvPr>
            <p:cNvGrpSpPr/>
            <p:nvPr/>
          </p:nvGrpSpPr>
          <p:grpSpPr>
            <a:xfrm>
              <a:off x="3689257" y="4982609"/>
              <a:ext cx="3759329" cy="1151491"/>
              <a:chOff x="3689257" y="4982609"/>
              <a:chExt cx="3759329" cy="1151491"/>
            </a:xfrm>
          </p:grpSpPr>
          <p:sp>
            <p:nvSpPr>
              <p:cNvPr descr="893e74c8-6aa5-4349-b8a4-05e152f8508e" id="30" name="Bullet4">
                <a:extLst>
                  <a:ext uri="{FF2B5EF4-FFF2-40B4-BE49-F238E27FC236}">
                    <a16:creationId id="{EEA15514-9BCD-ABC4-5CD0-DC0B3B76BFB0}"/>
                  </a:ext>
                </a:extLst>
              </p:cNvPr>
              <p:cNvSpPr txBox="1"/>
              <p:nvPr/>
            </p:nvSpPr>
            <p:spPr>
              <a:xfrm flipH="false" flipV="false">
                <a:off x="4495992" y="4982609"/>
                <a:ext cx="2952594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Sullivanesque Style</a:t>
                </a:r>
              </a:p>
            </p:txBody>
          </p:sp>
          <p:sp>
            <p:nvSpPr>
              <p:cNvPr descr="aca5ceb3-63ec-4199-bbc9-4531d6e6f4d9" id="35" name="Number4">
                <a:extLst>
                  <a:ext uri="{FF2B5EF4-FFF2-40B4-BE49-F238E27FC236}">
                    <a16:creationId id="{A2A64E22-0B00-E9A9-089E-AD63357B9C8E}"/>
                  </a:ext>
                </a:extLst>
              </p:cNvPr>
              <p:cNvSpPr txBox="1"/>
              <p:nvPr/>
            </p:nvSpPr>
            <p:spPr>
              <a:xfrm flipH="false" flipV="false">
                <a:off x="3689257" y="4987544"/>
                <a:ext cx="801911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4.</a:t>
                </a:r>
              </a:p>
            </p:txBody>
          </p:sp>
        </p:grpSp>
        <p:grpSp>
          <p:nvGrpSpPr>
            <p:cNvPr descr="42452822-08a8-41d0-9eb2-004e3277aa2d" id="63" name="组合 62">
              <a:extLst>
                <a:ext uri="{FF2B5EF4-FFF2-40B4-BE49-F238E27FC236}">
                  <a16:creationId id="{36E1E689-C799-54F1-59B9-F696B973836B}"/>
                </a:ext>
              </a:extLst>
            </p:cNvPr>
            <p:cNvGrpSpPr/>
            <p:nvPr/>
          </p:nvGrpSpPr>
          <p:grpSpPr>
            <a:xfrm>
              <a:off x="7759571" y="1130301"/>
              <a:ext cx="3759329" cy="1146556"/>
              <a:chOff x="7759571" y="1130301"/>
              <a:chExt cx="3759329" cy="1146556"/>
            </a:xfrm>
          </p:grpSpPr>
          <p:sp>
            <p:nvSpPr>
              <p:cNvPr descr="f77b4cce-5d30-4ffd-a31d-fa9b41ff45ee" id="36" name="Bullet5">
                <a:extLst>
                  <a:ext uri="{FF2B5EF4-FFF2-40B4-BE49-F238E27FC236}">
                    <a16:creationId id="{9F31E247-0B37-0F59-7931-9E55C34BCB65}"/>
                  </a:ext>
                </a:extLst>
              </p:cNvPr>
              <p:cNvSpPr txBox="1"/>
              <p:nvPr/>
            </p:nvSpPr>
            <p:spPr>
              <a:xfrm flipH="false" flipV="false">
                <a:off x="8566306" y="1130301"/>
                <a:ext cx="2952594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Impact of Industrialization</a:t>
                </a:r>
              </a:p>
            </p:txBody>
          </p:sp>
          <p:sp>
            <p:nvSpPr>
              <p:cNvPr descr="79546f84-5587-4b1d-9dd6-4224ed55c17d" id="37" name="Number5">
                <a:extLst>
                  <a:ext uri="{FF2B5EF4-FFF2-40B4-BE49-F238E27FC236}">
                    <a16:creationId id="{DBF83231-796D-820E-8C09-743334822F67}"/>
                  </a:ext>
                </a:extLst>
              </p:cNvPr>
              <p:cNvSpPr txBox="1"/>
              <p:nvPr/>
            </p:nvSpPr>
            <p:spPr>
              <a:xfrm flipH="false" flipV="false">
                <a:off x="7759571" y="1130301"/>
                <a:ext cx="801911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5.</a:t>
                </a:r>
              </a:p>
            </p:txBody>
          </p:sp>
        </p:grpSp>
        <p:grpSp>
          <p:nvGrpSpPr>
            <p:cNvPr descr="25331dd5-93e3-48c0-b8f0-cc99e9e24fd5" id="64" name="组合 63">
              <a:extLst>
                <a:ext uri="{FF2B5EF4-FFF2-40B4-BE49-F238E27FC236}">
                  <a16:creationId id="{FA74C516-169C-2FF1-8B07-F1C503B2BF04}"/>
                </a:ext>
              </a:extLst>
            </p:cNvPr>
            <p:cNvGrpSpPr/>
            <p:nvPr/>
          </p:nvGrpSpPr>
          <p:grpSpPr>
            <a:xfrm>
              <a:off x="7759571" y="2414404"/>
              <a:ext cx="3759329" cy="1146556"/>
              <a:chOff x="7759571" y="2414404"/>
              <a:chExt cx="3759329" cy="1146556"/>
            </a:xfrm>
          </p:grpSpPr>
          <p:sp>
            <p:nvSpPr>
              <p:cNvPr descr="fd94915d-0486-4d2c-83de-87f00e164969" id="38" name="Bullet6">
                <a:extLst>
                  <a:ext uri="{FF2B5EF4-FFF2-40B4-BE49-F238E27FC236}">
                    <a16:creationId id="{C0ED6F19-B5E2-681F-F6B2-0E1439D56DC1}"/>
                  </a:ext>
                </a:extLst>
              </p:cNvPr>
              <p:cNvSpPr txBox="1"/>
              <p:nvPr/>
            </p:nvSpPr>
            <p:spPr>
              <a:xfrm flipH="false" flipV="false">
                <a:off x="8566306" y="2414404"/>
                <a:ext cx="2952594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Chicago School</a:t>
                </a:r>
              </a:p>
            </p:txBody>
          </p:sp>
          <p:sp>
            <p:nvSpPr>
              <p:cNvPr descr="d93f87c6-fd67-49bf-8e6c-9aea873f4bde" id="39" name="Number6">
                <a:extLst>
                  <a:ext uri="{FF2B5EF4-FFF2-40B4-BE49-F238E27FC236}">
                    <a16:creationId id="{40DCC4CE-69A0-7A12-EC53-E1569DFBB9E7}"/>
                  </a:ext>
                </a:extLst>
              </p:cNvPr>
              <p:cNvSpPr txBox="1"/>
              <p:nvPr/>
            </p:nvSpPr>
            <p:spPr>
              <a:xfrm flipH="false" flipV="false">
                <a:off x="7759571" y="2414404"/>
                <a:ext cx="801911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6.</a:t>
                </a:r>
              </a:p>
            </p:txBody>
          </p:sp>
        </p:grpSp>
        <p:grpSp>
          <p:nvGrpSpPr>
            <p:cNvPr descr="65f9277a-8bb0-4a3b-b65a-78834b3529b6" id="65" name="组合 64">
              <a:extLst>
                <a:ext uri="{FF2B5EF4-FFF2-40B4-BE49-F238E27FC236}">
                  <a16:creationId id="{D0C11A83-94B0-2E83-867F-48EC0D48AEDD}"/>
                </a:ext>
              </a:extLst>
            </p:cNvPr>
            <p:cNvGrpSpPr/>
            <p:nvPr/>
          </p:nvGrpSpPr>
          <p:grpSpPr>
            <a:xfrm>
              <a:off x="7759571" y="3698507"/>
              <a:ext cx="3759329" cy="1146556"/>
              <a:chOff x="7759571" y="3698507"/>
              <a:chExt cx="3759329" cy="1146556"/>
            </a:xfrm>
          </p:grpSpPr>
          <p:sp>
            <p:nvSpPr>
              <p:cNvPr descr="0b8c6a36-2245-4dab-be0b-a439c9af3561" id="40" name="Bullet7">
                <a:extLst>
                  <a:ext uri="{FF2B5EF4-FFF2-40B4-BE49-F238E27FC236}">
                    <a16:creationId id="{9C167808-631E-0A5C-4E85-D8A2A7C5E01F}"/>
                  </a:ext>
                </a:extLst>
              </p:cNvPr>
              <p:cNvSpPr txBox="1"/>
              <p:nvPr/>
            </p:nvSpPr>
            <p:spPr>
              <a:xfrm flipH="false" flipV="false">
                <a:off x="8566306" y="3698507"/>
                <a:ext cx="2952594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Prairie Style</a:t>
                </a:r>
              </a:p>
            </p:txBody>
          </p:sp>
          <p:sp>
            <p:nvSpPr>
              <p:cNvPr descr="7b7486b6-b52d-483f-92fd-38b40cf2ddc8" id="41" name="Number7">
                <a:extLst>
                  <a:ext uri="{FF2B5EF4-FFF2-40B4-BE49-F238E27FC236}">
                    <a16:creationId id="{1CD43A1A-C0D1-1FC5-0DFE-024944015A27}"/>
                  </a:ext>
                </a:extLst>
              </p:cNvPr>
              <p:cNvSpPr txBox="1"/>
              <p:nvPr/>
            </p:nvSpPr>
            <p:spPr>
              <a:xfrm flipH="false" flipV="false">
                <a:off x="7759571" y="3698507"/>
                <a:ext cx="801911" cy="114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4000"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z="4000" u="none">
                    <a:solidFill>
                      <a:srgbClr val="000000"/>
                    </a:solidFill>
                    <a:latin typeface="Arial"/>
                  </a:rPr>
                  <a:t>7.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Early American Modernism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Rise of Modernism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The Golden Age of Modern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c587198-a4bf-45d6-adbf-74b70b38c838" id="2" name="fbcad822-a45c-46e8-b5a4-331de96a3f90.source.7.zh-Hans.pptx">
            <a:extLst>
              <a:ext uri="{FF2B5EF4-FFF2-40B4-BE49-F238E27FC236}">
                <a16:creationId id="{CDE4E7A6-6BA8-BB2A-F9D8-88D2DFF779DD}"/>
              </a:ext>
            </a:extLst>
          </p:cNvPr>
          <p:cNvGrpSpPr/>
          <p:nvPr/>
        </p:nvGrpSpPr>
        <p:grpSpPr>
          <a:xfrm>
            <a:off x="660400" y="1143002"/>
            <a:ext cx="10858500" cy="4991098"/>
            <a:chOff x="660400" y="1143002"/>
            <a:chExt cx="10858500" cy="4991098"/>
          </a:xfrm>
        </p:grpSpPr>
        <p:sp>
          <p:nvSpPr>
            <p:cNvPr descr="97f49e03-acaf-4f9d-818d-c0dea5e513cd" id="3" name="Title">
              <a:extLst>
                <a:ext uri="{FF2B5EF4-FFF2-40B4-BE49-F238E27FC236}">
                  <a16:creationId id="{27E27AE4-1F43-646C-04F3-CA55A68B2962}"/>
                </a:ext>
              </a:extLst>
            </p:cNvPr>
            <p:cNvSpPr txBox="1"/>
            <p:nvPr/>
          </p:nvSpPr>
          <p:spPr>
            <a:xfrm flipH="true" flipV="false">
              <a:off x="660400" y="1143002"/>
              <a:ext cx="10248616" cy="10071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5400" u="none">
                  <a:solidFill>
                    <a:srgbClr val="000000"/>
                  </a:solidFill>
                  <a:latin typeface="Arial"/>
                </a:rPr>
                <a:t>Innovations and Milestones</a:t>
              </a:r>
            </a:p>
          </p:txBody>
        </p:sp>
        <p:cxnSp>
          <p:nvCxnSpPr>
            <p:cNvPr descr="5b8ef7a1-f50d-4d5c-a667-3981c55b5122" id="6" name="直接连接符 5">
              <a:extLst>
                <a:ext uri="{FF2B5EF4-FFF2-40B4-BE49-F238E27FC236}">
                  <a16:creationId id="{BDD8D35C-A9B2-7EF6-CAE9-2029B4F1983E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2744413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4b83850-47e1-4e30-a2a4-a6b8742bf4b9" id="10" name="直接连接符 9">
              <a:extLst>
                <a:ext uri="{FF2B5EF4-FFF2-40B4-BE49-F238E27FC236}">
                  <a16:creationId id="{D05EBDCE-AF30-CD11-1FEC-F350EEE7B1A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330936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69529b9-ff97-480c-b72d-6e8cb40b1ad7" id="14" name="直接连接符 13">
              <a:extLst>
                <a:ext uri="{FF2B5EF4-FFF2-40B4-BE49-F238E27FC236}">
                  <a16:creationId id="{8D1C0880-6BBE-C0C1-466C-32B25C23FC9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3874308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d4caafb-f31f-4502-8800-9e4670124360" id="18" name="直接连接符 17">
              <a:extLst>
                <a:ext uri="{FF2B5EF4-FFF2-40B4-BE49-F238E27FC236}">
                  <a16:creationId id="{ED9E37AB-487C-7965-C4D5-966A28F432DF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4439257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566c36c7-d6cd-421f-a061-463e92e12fa8" id="22" name="直接连接符 21">
              <a:extLst>
                <a:ext uri="{FF2B5EF4-FFF2-40B4-BE49-F238E27FC236}">
                  <a16:creationId id="{2E08C783-06AB-D7C6-4EA5-EA25ADD0CFA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5004204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1346043-9b12-4cba-9ed1-599423f73403" id="26" name="直接连接符 25">
              <a:extLst>
                <a:ext uri="{FF2B5EF4-FFF2-40B4-BE49-F238E27FC236}">
                  <a16:creationId id="{18C3D382-D5BA-D27F-9902-8F7DF9DD35CC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5569152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fbbe7c1-817d-4732-b08c-5c04b88b3bda" id="30" name="直接连接符 29">
              <a:extLst>
                <a:ext uri="{FF2B5EF4-FFF2-40B4-BE49-F238E27FC236}">
                  <a16:creationId id="{74D6103D-BAD8-9164-8613-88BD4C1AD68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613410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69fa485d-7916-413c-a596-69edb66ab536" id="37" name="IconMisc">
              <a:extLst>
                <a:ext uri="{FF2B5EF4-FFF2-40B4-BE49-F238E27FC236}">
                  <a16:creationId id="{195EF364-A92F-0F78-CC2A-D4EF4AFF923F}"/>
                </a:ext>
              </a:extLst>
            </p:cNvPr>
            <p:cNvSpPr/>
            <p:nvPr/>
          </p:nvSpPr>
          <p:spPr>
            <a:xfrm flipH="true" flipV="false">
              <a:off x="10922657" y="1494342"/>
              <a:ext cx="304842" cy="304457"/>
            </a:xfrm>
            <a:custGeom>
              <a:avLst/>
              <a:gdLst>
                <a:gd fmla="*/ 21433 w 607299" name="connsiteX0"/>
                <a:gd fmla="*/ 294327 h 606533" name="connsiteY0"/>
                <a:gd fmla="*/ 303579 w 607299" name="connsiteX1"/>
                <a:gd fmla="*/ 576051 h 606533" name="connsiteY1"/>
                <a:gd fmla="*/ 585814 w 607299" name="connsiteX2"/>
                <a:gd fmla="*/ 294327 h 606533" name="connsiteY2"/>
                <a:gd fmla="*/ 603526 w 607299" name="connsiteX3"/>
                <a:gd fmla="*/ 294327 h 606533" name="connsiteY3"/>
                <a:gd fmla="*/ 603793 w 607299" name="connsiteX4"/>
                <a:gd fmla="*/ 312101 h 606533" name="connsiteY4"/>
                <a:gd fmla="*/ 312568 w 607299" name="connsiteX5"/>
                <a:gd fmla="*/ 602801 h 606533" name="connsiteY5"/>
                <a:gd fmla="*/ 294767 w 607299" name="connsiteX6"/>
                <a:gd fmla="*/ 602801 h 606533" name="connsiteY6"/>
                <a:gd fmla="*/ 3632 w 607299" name="connsiteX7"/>
                <a:gd fmla="*/ 312101 h 606533" name="connsiteY7"/>
                <a:gd fmla="*/ 3632 w 607299" name="connsiteX8"/>
                <a:gd fmla="*/ 294594 h 606533" name="connsiteY8"/>
                <a:gd fmla="*/ 21433 w 607299" name="connsiteX9"/>
                <a:gd fmla="*/ 294327 h 606533" name="connsiteY9"/>
                <a:gd fmla="*/ 12428 w 607299" name="connsiteX10"/>
                <a:gd fmla="*/ 1 h 606533" name="connsiteY10"/>
                <a:gd fmla="*/ 21451 w 607299" name="connsiteX11"/>
                <a:gd fmla="*/ 3634 h 606533" name="connsiteY11"/>
                <a:gd fmla="*/ 303606 w 607299" name="connsiteX12"/>
                <a:gd fmla="*/ 285388 h 606533" name="connsiteY12"/>
                <a:gd fmla="*/ 585850 w 607299" name="connsiteX13"/>
                <a:gd fmla="*/ 3634 h 606533" name="connsiteY13"/>
                <a:gd fmla="*/ 603385 w 607299" name="connsiteX14"/>
                <a:gd fmla="*/ 3634 h 606533" name="connsiteY14"/>
                <a:gd fmla="*/ 603652 w 607299" name="connsiteX15"/>
                <a:gd fmla="*/ 21411 h 606533" name="connsiteY15"/>
                <a:gd fmla="*/ 312507 w 607299" name="connsiteX16"/>
                <a:gd fmla="*/ 312142 h 606533" name="connsiteY16"/>
                <a:gd fmla="*/ 294616 w 607299" name="connsiteX17"/>
                <a:gd fmla="*/ 312142 h 606533" name="connsiteY17"/>
                <a:gd fmla="*/ 3472 w 607299" name="connsiteX18"/>
                <a:gd fmla="*/ 21411 h 606533" name="connsiteY18"/>
                <a:gd fmla="*/ 3472 w 607299" name="connsiteX19"/>
                <a:gd fmla="*/ 3901 h 606533" name="connsiteY19"/>
                <a:gd fmla="*/ 12428 w 607299" name="connsiteX20"/>
                <a:gd fmla="*/ 1 h 606533" name="connsiteY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b="b" l="l" r="r" t="t"/>
              <a:pathLst>
                <a:path h="606533" w="607299">
                  <a:moveTo>
                    <a:pt x="21433" y="294327"/>
                  </a:moveTo>
                  <a:lnTo>
                    <a:pt x="303579" y="576051"/>
                  </a:lnTo>
                  <a:lnTo>
                    <a:pt x="585814" y="294327"/>
                  </a:lnTo>
                  <a:cubicBezTo>
                    <a:pt x="590709" y="289528"/>
                    <a:pt x="598453" y="289528"/>
                    <a:pt x="603526" y="294327"/>
                  </a:cubicBezTo>
                  <a:cubicBezTo>
                    <a:pt x="608421" y="299126"/>
                    <a:pt x="608599" y="307036"/>
                    <a:pt x="603793" y="312101"/>
                  </a:cubicBezTo>
                  <a:lnTo>
                    <a:pt x="312568" y="602801"/>
                  </a:lnTo>
                  <a:cubicBezTo>
                    <a:pt x="307673" y="607778"/>
                    <a:pt x="299662" y="607778"/>
                    <a:pt x="294767" y="602801"/>
                  </a:cubicBezTo>
                  <a:lnTo>
                    <a:pt x="3632" y="312101"/>
                  </a:lnTo>
                  <a:cubicBezTo>
                    <a:pt x="-1086" y="307213"/>
                    <a:pt x="-1086" y="299482"/>
                    <a:pt x="3632" y="294594"/>
                  </a:cubicBezTo>
                  <a:cubicBezTo>
                    <a:pt x="8438" y="289617"/>
                    <a:pt x="16359" y="289528"/>
                    <a:pt x="21433" y="294327"/>
                  </a:cubicBezTo>
                  <a:close/>
                  <a:moveTo>
                    <a:pt x="12428" y="1"/>
                  </a:moveTo>
                  <a:cubicBezTo>
                    <a:pt x="15666" y="-54"/>
                    <a:pt x="18915" y="1146"/>
                    <a:pt x="21451" y="3634"/>
                  </a:cubicBezTo>
                  <a:lnTo>
                    <a:pt x="303606" y="285388"/>
                  </a:lnTo>
                  <a:lnTo>
                    <a:pt x="585850" y="3634"/>
                  </a:lnTo>
                  <a:cubicBezTo>
                    <a:pt x="590746" y="-1076"/>
                    <a:pt x="598489" y="-1076"/>
                    <a:pt x="603385" y="3634"/>
                  </a:cubicBezTo>
                  <a:cubicBezTo>
                    <a:pt x="608369" y="8434"/>
                    <a:pt x="608458" y="16344"/>
                    <a:pt x="603652" y="21411"/>
                  </a:cubicBezTo>
                  <a:lnTo>
                    <a:pt x="312507" y="312142"/>
                  </a:lnTo>
                  <a:cubicBezTo>
                    <a:pt x="307612" y="317119"/>
                    <a:pt x="299601" y="317119"/>
                    <a:pt x="294616" y="312142"/>
                  </a:cubicBezTo>
                  <a:lnTo>
                    <a:pt x="3472" y="21411"/>
                  </a:lnTo>
                  <a:cubicBezTo>
                    <a:pt x="-1157" y="16522"/>
                    <a:pt x="-1157" y="8789"/>
                    <a:pt x="3472" y="3901"/>
                  </a:cubicBezTo>
                  <a:cubicBezTo>
                    <a:pt x="5964" y="1368"/>
                    <a:pt x="9191" y="57"/>
                    <a:pt x="124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grpSp>
          <p:nvGrpSpPr>
            <p:cNvPr descr="f110c442-9213-4edf-ae16-46a0b06b653c" id="45" name="组合 44">
              <a:extLst>
                <a:ext uri="{FF2B5EF4-FFF2-40B4-BE49-F238E27FC236}">
                  <a16:creationId id="{A2ABB3D7-254C-8B7B-1F98-20F140E34F07}"/>
                </a:ext>
              </a:extLst>
            </p:cNvPr>
            <p:cNvGrpSpPr/>
            <p:nvPr/>
          </p:nvGrpSpPr>
          <p:grpSpPr>
            <a:xfrm>
              <a:off x="660401" y="2240624"/>
              <a:ext cx="10851581" cy="503789"/>
              <a:chOff x="660401" y="2240624"/>
              <a:chExt cx="10851581" cy="503789"/>
            </a:xfrm>
          </p:grpSpPr>
          <p:sp>
            <p:nvSpPr>
              <p:cNvPr descr="b8d58d97-2e29-4c48-b07a-ed19890761e5" id="5" name="Bullet1">
                <a:extLst>
                  <a:ext uri="{FF2B5EF4-FFF2-40B4-BE49-F238E27FC236}">
                    <a16:creationId id="{40859AF7-007B-273C-EF21-0DCF1828EDD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2240624"/>
                <a:ext cx="10327897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International Style Emergence</a:t>
                </a:r>
              </a:p>
            </p:txBody>
          </p:sp>
          <p:sp>
            <p:nvSpPr>
              <p:cNvPr descr="05d32ae8-69ab-425b-9c31-468a789ab23d" id="7" name="Number1">
                <a:extLst>
                  <a:ext uri="{FF2B5EF4-FFF2-40B4-BE49-F238E27FC236}">
                    <a16:creationId id="{5A437053-40ED-F4F4-992E-725FDAD1D79A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2240624"/>
                <a:ext cx="602966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fee349b3-5fc2-4a11-bc6d-039fcfd69885" id="46" name="组合 45">
              <a:extLst>
                <a:ext uri="{FF2B5EF4-FFF2-40B4-BE49-F238E27FC236}">
                  <a16:creationId id="{27922ECB-ED1C-55A1-2217-6C679E67F250}"/>
                </a:ext>
              </a:extLst>
            </p:cNvPr>
            <p:cNvGrpSpPr/>
            <p:nvPr/>
          </p:nvGrpSpPr>
          <p:grpSpPr>
            <a:xfrm>
              <a:off x="660401" y="2804849"/>
              <a:ext cx="10851581" cy="504511"/>
              <a:chOff x="660401" y="2804849"/>
              <a:chExt cx="10851581" cy="504511"/>
            </a:xfrm>
          </p:grpSpPr>
          <p:sp>
            <p:nvSpPr>
              <p:cNvPr descr="137fe054-31a6-4570-a023-3da50f0b4146" id="9" name="Bullet2">
                <a:extLst>
                  <a:ext uri="{FF2B5EF4-FFF2-40B4-BE49-F238E27FC236}">
                    <a16:creationId id="{0AD1B9A7-A07C-A65C-E605-9D9195F146A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2804849"/>
                <a:ext cx="10327897" cy="503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Le Corbusier's Five Points</a:t>
                </a:r>
              </a:p>
            </p:txBody>
          </p:sp>
          <p:sp>
            <p:nvSpPr>
              <p:cNvPr descr="fa0b2cd3-6c70-4dd7-ab72-42026541e1d9" id="11" name="Number2">
                <a:extLst>
                  <a:ext uri="{FF2B5EF4-FFF2-40B4-BE49-F238E27FC236}">
                    <a16:creationId id="{212EF8A5-3C8B-153F-5DB0-474723B98E75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2805572"/>
                <a:ext cx="602966" cy="503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47042303-5dbc-4f03-b8e9-9cd9a80c8b1e" id="47" name="组合 46">
              <a:extLst>
                <a:ext uri="{FF2B5EF4-FFF2-40B4-BE49-F238E27FC236}">
                  <a16:creationId id="{E36B1712-EE88-D43F-F4E6-17607365F58A}"/>
                </a:ext>
              </a:extLst>
            </p:cNvPr>
            <p:cNvGrpSpPr/>
            <p:nvPr/>
          </p:nvGrpSpPr>
          <p:grpSpPr>
            <a:xfrm>
              <a:off x="660401" y="3369074"/>
              <a:ext cx="10851581" cy="505234"/>
              <a:chOff x="660401" y="3369074"/>
              <a:chExt cx="10851581" cy="505234"/>
            </a:xfrm>
          </p:grpSpPr>
          <p:sp>
            <p:nvSpPr>
              <p:cNvPr descr="409a8387-20cc-4349-8a6c-e638889198b2" id="13" name="Bullet3">
                <a:extLst>
                  <a:ext uri="{FF2B5EF4-FFF2-40B4-BE49-F238E27FC236}">
                    <a16:creationId id="{30DC87B7-95E6-FF64-7573-7D25BE2BFBE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3369074"/>
                <a:ext cx="10327897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Bauhaus Closure</a:t>
                </a:r>
              </a:p>
            </p:txBody>
          </p:sp>
          <p:sp>
            <p:nvSpPr>
              <p:cNvPr descr="d10757a7-dcd5-4141-b676-3069acb6b09d" id="15" name="Number3">
                <a:extLst>
                  <a:ext uri="{FF2B5EF4-FFF2-40B4-BE49-F238E27FC236}">
                    <a16:creationId id="{7157B8EB-6DB6-F75F-7689-502FD9547DC3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3370519"/>
                <a:ext cx="602966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da2fa1b7-ab6f-41a4-883c-8d87b8adcadc" id="48" name="组合 47">
              <a:extLst>
                <a:ext uri="{FF2B5EF4-FFF2-40B4-BE49-F238E27FC236}">
                  <a16:creationId id="{976EF192-66F9-CB25-8611-3AFB40F4C59A}"/>
                </a:ext>
              </a:extLst>
            </p:cNvPr>
            <p:cNvGrpSpPr/>
            <p:nvPr/>
          </p:nvGrpSpPr>
          <p:grpSpPr>
            <a:xfrm>
              <a:off x="660401" y="3933299"/>
              <a:ext cx="10851581" cy="505958"/>
              <a:chOff x="660401" y="3933299"/>
              <a:chExt cx="10851581" cy="505958"/>
            </a:xfrm>
          </p:grpSpPr>
          <p:sp>
            <p:nvSpPr>
              <p:cNvPr descr="3d819271-a0e8-4313-b8f0-aeef313870dd" id="17" name="Bullet4">
                <a:extLst>
                  <a:ext uri="{FF2B5EF4-FFF2-40B4-BE49-F238E27FC236}">
                    <a16:creationId id="{56CEA607-33A7-2A7C-2712-46E824B7E17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3933299"/>
                <a:ext cx="10327897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Gropius's Leadership</a:t>
                </a:r>
              </a:p>
            </p:txBody>
          </p:sp>
          <p:sp>
            <p:nvSpPr>
              <p:cNvPr descr="7059375d-a2dd-4df8-b225-3816762c8538" id="19" name="Number4">
                <a:extLst>
                  <a:ext uri="{FF2B5EF4-FFF2-40B4-BE49-F238E27FC236}">
                    <a16:creationId id="{09E94E3C-E202-B9F1-6B3E-1F6FD560B77D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3935468"/>
                <a:ext cx="602966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b7c5b32f-2a8e-40f8-a82a-dbea95a136a8" id="49" name="组合 48">
              <a:extLst>
                <a:ext uri="{FF2B5EF4-FFF2-40B4-BE49-F238E27FC236}">
                  <a16:creationId id="{ADC0F362-4648-10E7-FC19-227046987DF9}"/>
                </a:ext>
              </a:extLst>
            </p:cNvPr>
            <p:cNvGrpSpPr/>
            <p:nvPr/>
          </p:nvGrpSpPr>
          <p:grpSpPr>
            <a:xfrm>
              <a:off x="660401" y="4497524"/>
              <a:ext cx="10851581" cy="506680"/>
              <a:chOff x="660401" y="4497524"/>
              <a:chExt cx="10851581" cy="506680"/>
            </a:xfrm>
          </p:grpSpPr>
          <p:sp>
            <p:nvSpPr>
              <p:cNvPr descr="cb2c1069-1036-4010-b6c8-cac6f33dd3bc" id="21" name="Bullet5">
                <a:extLst>
                  <a:ext uri="{FF2B5EF4-FFF2-40B4-BE49-F238E27FC236}">
                    <a16:creationId id="{113F6A27-B858-BDC2-3435-D47216F2F3C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4497524"/>
                <a:ext cx="10327897" cy="503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Walter Gropius's Vision</a:t>
                </a:r>
              </a:p>
            </p:txBody>
          </p:sp>
          <p:sp>
            <p:nvSpPr>
              <p:cNvPr descr="c21d7566-220c-4acc-b182-a400c207c9f6" id="23" name="Number5">
                <a:extLst>
                  <a:ext uri="{FF2B5EF4-FFF2-40B4-BE49-F238E27FC236}">
                    <a16:creationId id="{9A45BB3C-BECB-3AAD-AF3F-70EF79D9C9DF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4500416"/>
                <a:ext cx="602966" cy="503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f74ba739-4b60-4725-9847-a7cc08d5a4d4" id="50" name="组合 49">
              <a:extLst>
                <a:ext uri="{FF2B5EF4-FFF2-40B4-BE49-F238E27FC236}">
                  <a16:creationId id="{53369874-1B24-60EB-5315-733167468C00}"/>
                </a:ext>
              </a:extLst>
            </p:cNvPr>
            <p:cNvGrpSpPr/>
            <p:nvPr/>
          </p:nvGrpSpPr>
          <p:grpSpPr>
            <a:xfrm>
              <a:off x="660401" y="5061750"/>
              <a:ext cx="10851581" cy="507402"/>
              <a:chOff x="660401" y="5061750"/>
              <a:chExt cx="10851581" cy="507402"/>
            </a:xfrm>
          </p:grpSpPr>
          <p:sp>
            <p:nvSpPr>
              <p:cNvPr descr="c8cfcf8c-71ae-4461-baad-3bae14f52d12" id="25" name="Bullet6">
                <a:extLst>
                  <a:ext uri="{FF2B5EF4-FFF2-40B4-BE49-F238E27FC236}">
                    <a16:creationId id="{41C42A7D-3F7E-9551-4B3E-27DC3E34D84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5061750"/>
                <a:ext cx="10327897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Mies van der Rohe's Contributions</a:t>
                </a:r>
              </a:p>
            </p:txBody>
          </p:sp>
          <p:sp>
            <p:nvSpPr>
              <p:cNvPr descr="7c1f0270-30d1-4967-835c-d9a1fc06a829" id="27" name="Number6">
                <a:extLst>
                  <a:ext uri="{FF2B5EF4-FFF2-40B4-BE49-F238E27FC236}">
                    <a16:creationId id="{4ED7F2E4-C9A6-F7AE-4949-A92647AB6E8E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5065363"/>
                <a:ext cx="602966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6</a:t>
                </a:r>
              </a:p>
            </p:txBody>
          </p:sp>
        </p:grpSp>
        <p:grpSp>
          <p:nvGrpSpPr>
            <p:cNvPr descr="adfdc4d3-f525-4693-9e16-5e607635f0c4" id="51" name="组合 50">
              <a:extLst>
                <a:ext uri="{FF2B5EF4-FFF2-40B4-BE49-F238E27FC236}">
                  <a16:creationId id="{701E0F63-BE9A-2459-0D53-6F41E48817EB}"/>
                </a:ext>
              </a:extLst>
            </p:cNvPr>
            <p:cNvGrpSpPr/>
            <p:nvPr/>
          </p:nvGrpSpPr>
          <p:grpSpPr>
            <a:xfrm>
              <a:off x="660401" y="5625975"/>
              <a:ext cx="10851581" cy="508125"/>
              <a:chOff x="660401" y="5625975"/>
              <a:chExt cx="10851581" cy="508125"/>
            </a:xfrm>
          </p:grpSpPr>
          <p:sp>
            <p:nvSpPr>
              <p:cNvPr descr="23519144-21d1-4131-b5da-866d3e0ef0de" id="29" name="Bullet7">
                <a:extLst>
                  <a:ext uri="{FF2B5EF4-FFF2-40B4-BE49-F238E27FC236}">
                    <a16:creationId id="{A5B46D6D-CA95-409D-45AD-6F878657EE9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5625975"/>
                <a:ext cx="10327897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Modernist Housing Projects</a:t>
                </a:r>
              </a:p>
            </p:txBody>
          </p:sp>
          <p:sp>
            <p:nvSpPr>
              <p:cNvPr descr="8f8730d9-d8e8-4a32-bcd0-c792e4d9d60c" id="31" name="Number7">
                <a:extLst>
                  <a:ext uri="{FF2B5EF4-FFF2-40B4-BE49-F238E27FC236}">
                    <a16:creationId id="{942749AC-43E6-E251-A4CD-D6F1C73DA94C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5630311"/>
                <a:ext cx="602966" cy="503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7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Europe: 1918-1931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c522c32-3c5c-4cd6-b4d9-ec8aca37b322" id="13" name="07e6e1a5-fd43-4afd-a1af-814c0bef8d62.source.5.zh-Hans.pptx">
            <a:extLst>
              <a:ext uri="{FF2B5EF4-FFF2-40B4-BE49-F238E27FC236}">
                <a16:creationId id="{9C1CF1C2-2C51-4CE4-C36C-F4302D81B6C4}"/>
              </a:ext>
            </a:extLst>
          </p:cNvPr>
          <p:cNvGrpSpPr/>
          <p:nvPr/>
        </p:nvGrpSpPr>
        <p:grpSpPr>
          <a:xfrm>
            <a:off x="660400" y="1130300"/>
            <a:ext cx="10858500" cy="4332251"/>
            <a:chOff x="660400" y="1130300"/>
            <a:chExt cx="10858500" cy="4332251"/>
          </a:xfrm>
        </p:grpSpPr>
        <p:sp>
          <p:nvSpPr>
            <p:cNvPr descr="dacd07fc-ffeb-4a42-a9e3-86d6a0b322a0" id="55" name="Title">
              <a:extLst>
                <a:ext uri="{FF2B5EF4-FFF2-40B4-BE49-F238E27FC236}">
                  <a16:creationId id="{4DD3B09B-F0B0-AE51-F440-EB0A0D0F669E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 fontScale="92500" lnSpcReduction="10000"/>
            </a:bodyPr>
            <a:lstStyle/>
            <a:p>
              <a:pPr algn="ctr">
                <a:lnSpc>
                  <a:spcPct val="108000"/>
                </a:lnSpc>
              </a:pPr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Aesthetic Integration</a:t>
              </a:r>
            </a:p>
          </p:txBody>
        </p:sp>
        <p:grpSp>
          <p:nvGrpSpPr>
            <p:cNvPr descr="97a24b95-c4b7-4eaf-b4da-a62b399241a0" id="8" name="组合 7">
              <a:extLst>
                <a:ext uri="{FF2B5EF4-FFF2-40B4-BE49-F238E27FC236}">
                  <a16:creationId id="{1F566962-5678-847C-9B96-00E170531FEE}"/>
                </a:ext>
              </a:extLst>
            </p:cNvPr>
            <p:cNvGrpSpPr/>
            <p:nvPr/>
          </p:nvGrpSpPr>
          <p:grpSpPr>
            <a:xfrm>
              <a:off x="660400" y="2269490"/>
              <a:ext cx="2104154" cy="3193061"/>
              <a:chOff x="660400" y="2269490"/>
              <a:chExt cx="2104154" cy="3193061"/>
            </a:xfrm>
          </p:grpSpPr>
          <p:grpSp>
            <p:nvGrpSpPr>
              <p:cNvPr descr="c96ff6b5-5e64-45ec-b100-4f1f2b6c6bb4" id="91" name="组合 90">
                <a:extLst>
                  <a:ext uri="{FF2B5EF4-FFF2-40B4-BE49-F238E27FC236}">
                    <a16:creationId id="{51D8295C-DE1F-5763-D81E-E5D0613257E5}"/>
                  </a:ext>
                </a:extLst>
              </p:cNvPr>
              <p:cNvGrpSpPr/>
              <p:nvPr/>
            </p:nvGrpSpPr>
            <p:grpSpPr>
              <a:xfrm>
                <a:off x="660400" y="2269490"/>
                <a:ext cx="2104154" cy="2952604"/>
                <a:chOff x="660400" y="1727200"/>
                <a:chExt cx="2104154" cy="2952604"/>
              </a:xfrm>
            </p:grpSpPr>
            <p:sp>
              <p:nvSpPr>
                <p:cNvPr descr="a8273d2e-c0a9-4b45-a71f-a0dc33d7387c" id="56" name="ComponentBackground1">
                  <a:extLst>
                    <a:ext uri="{FF2B5EF4-FFF2-40B4-BE49-F238E27FC236}">
                      <a16:creationId id="{5AE03631-A570-8C26-EC85-449B5E745658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1727200"/>
                  <a:ext cx="2104154" cy="2952604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12fb3c22-9de8-48a3-9110-a13ffd7e1622" id="70" name="Bullet1">
                  <a:extLst>
                    <a:ext uri="{FF2B5EF4-FFF2-40B4-BE49-F238E27FC236}">
                      <a16:creationId id="{C26E9F32-20AC-805D-67EB-374B4A07533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666750" y="1727200"/>
                  <a:ext cx="2091454" cy="11869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Global Reach</a:t>
                  </a:r>
                </a:p>
              </p:txBody>
            </p:sp>
            <p:sp>
              <p:nvSpPr>
                <p:cNvPr descr="4c662b98-3d8c-4fa0-ad7d-2d7491cda167" id="71" name="Text1">
                  <a:extLst>
                    <a:ext uri="{FF2B5EF4-FFF2-40B4-BE49-F238E27FC236}">
                      <a16:creationId id="{4A5FCBDA-0F02-F49C-D64B-D6FAC614E30C}"/>
                    </a:ext>
                  </a:extLst>
                </p:cNvPr>
                <p:cNvSpPr/>
                <p:nvPr/>
              </p:nvSpPr>
              <p:spPr>
                <a:xfrm flipH="false" flipV="false">
                  <a:off x="666750" y="2914188"/>
                  <a:ext cx="2091454" cy="149411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latin typeface="Arial"/>
                    </a:rPr>
                    <a:t>Popular in major cities worldwide.</a:t>
                  </a:r>
                </a:p>
              </p:txBody>
            </p:sp>
          </p:grpSp>
          <p:sp>
            <p:nvSpPr>
              <p:cNvPr descr="9c499da4-c683-4102-bd75-d6f7c4dd3907" id="3" name="Number1">
                <a:extLst>
                  <a:ext uri="{FF2B5EF4-FFF2-40B4-BE49-F238E27FC236}">
                    <a16:creationId id="{1D62CCAE-2E7E-C3F1-C681-A1516576893B}"/>
                  </a:ext>
                </a:extLst>
              </p:cNvPr>
              <p:cNvSpPr/>
              <p:nvPr/>
            </p:nvSpPr>
            <p:spPr bwMode="auto">
              <a:xfrm flipH="false" flipV="false">
                <a:off x="1316435" y="4981637"/>
                <a:ext cx="792083" cy="480914"/>
              </a:xfrm>
              <a:custGeom>
                <a:avLst/>
                <a:gdLst>
                  <a:gd fmla="*/ 1871018 w 1879475" name="connsiteX0"/>
                  <a:gd fmla="*/ 279476 h 344249" name="connsiteY0"/>
                  <a:gd fmla="*/ 1853484 w 1879475" name="connsiteX1"/>
                  <a:gd fmla="*/ 270709 h 344249" name="connsiteY1"/>
                  <a:gd fmla="*/ 1879784 w 1879475" name="connsiteX2"/>
                  <a:gd fmla="*/ 266219 h 344249" name="connsiteY2"/>
                  <a:gd fmla="*/ 1844718 w 1879475" name="connsiteX3"/>
                  <a:gd fmla="*/ 252962 h 344249" name="connsiteY3"/>
                  <a:gd fmla="*/ 1849208 w 1879475" name="connsiteX4"/>
                  <a:gd fmla="*/ 248472 h 344249" name="connsiteY4"/>
                  <a:gd fmla="*/ 1840442 w 1879475" name="connsiteX5"/>
                  <a:gd fmla="*/ 239705 h 344249" name="connsiteY5"/>
                  <a:gd fmla="*/ 1844718 w 1879475" name="connsiteX6"/>
                  <a:gd fmla="*/ 235215 h 344249" name="connsiteY6"/>
                  <a:gd fmla="*/ 1827185 w 1879475" name="connsiteX7"/>
                  <a:gd fmla="*/ 226448 h 344249" name="connsiteY7"/>
                  <a:gd fmla="*/ 1862251 w 1879475" name="connsiteX8"/>
                  <a:gd fmla="*/ 226448 h 344249" name="connsiteY8"/>
                  <a:gd fmla="*/ 1831461 w 1879475" name="connsiteX9"/>
                  <a:gd fmla="*/ 217682 h 344249" name="connsiteY9"/>
                  <a:gd fmla="*/ 1866527 w 1879475" name="connsiteX10"/>
                  <a:gd fmla="*/ 213192 h 344249" name="connsiteY10"/>
                  <a:gd fmla="*/ 1840228 w 1879475" name="connsiteX11"/>
                  <a:gd fmla="*/ 204425 h 344249" name="connsiteY11"/>
                  <a:gd fmla="*/ 1871018 w 1879475" name="connsiteX12"/>
                  <a:gd fmla="*/ 204425 h 344249" name="connsiteY12"/>
                  <a:gd fmla="*/ 1848995 w 1879475" name="connsiteX13"/>
                  <a:gd fmla="*/ 195658 h 344249" name="connsiteY13"/>
                  <a:gd fmla="*/ 1857760 w 1879475" name="connsiteX14"/>
                  <a:gd fmla="*/ 195658 h 344249" name="connsiteY14"/>
                  <a:gd fmla="*/ 1853271 w 1879475" name="connsiteX15"/>
                  <a:gd fmla="*/ 191168 h 344249" name="connsiteY15"/>
                  <a:gd fmla="*/ 1857760 w 1879475" name="connsiteX16"/>
                  <a:gd fmla="*/ 186678 h 344249" name="connsiteY16"/>
                  <a:gd fmla="*/ 1822694 w 1879475" name="connsiteX17"/>
                  <a:gd fmla="*/ 173421 h 344249" name="connsiteY17"/>
                  <a:gd fmla="*/ 1848995 w 1879475" name="connsiteX18"/>
                  <a:gd fmla="*/ 173421 h 344249" name="connsiteY18"/>
                  <a:gd fmla="*/ 1831461 w 1879475" name="connsiteX19"/>
                  <a:gd fmla="*/ 160164 h 344249" name="connsiteY19"/>
                  <a:gd fmla="*/ 1717495 w 1879475" name="connsiteX20"/>
                  <a:gd fmla="*/ 124884 h 344249" name="connsiteY20"/>
                  <a:gd fmla="*/ 1743795 w 1879475" name="connsiteX21"/>
                  <a:gd fmla="*/ 124884 h 344249" name="connsiteY21"/>
                  <a:gd fmla="*/ 1726261 w 1879475" name="connsiteX22"/>
                  <a:gd fmla="*/ 116117 h 344249" name="connsiteY22"/>
                  <a:gd fmla="*/ 1739518 w 1879475" name="connsiteX23"/>
                  <a:gd fmla="*/ 116117 h 344249" name="connsiteY23"/>
                  <a:gd fmla="*/ 1673662 w 1879475" name="connsiteX24"/>
                  <a:gd fmla="*/ 102861 h 344249" name="connsiteY24"/>
                  <a:gd fmla="*/ 1708729 w 1879475" name="connsiteX25"/>
                  <a:gd fmla="*/ 102861 h 344249" name="connsiteY25"/>
                  <a:gd fmla="*/ 1708729 w 1879475" name="connsiteX26"/>
                  <a:gd fmla="*/ 98370 h 344249" name="connsiteY26"/>
                  <a:gd fmla="*/ 1735028 w 1879475" name="connsiteX27"/>
                  <a:gd fmla="*/ 102861 h 344249" name="connsiteY27"/>
                  <a:gd fmla="*/ 1713005 w 1879475" name="connsiteX28"/>
                  <a:gd fmla="*/ 89604 h 344249" name="connsiteY28"/>
                  <a:gd fmla="*/ 1721772 w 1879475" name="connsiteX29"/>
                  <a:gd fmla="*/ 89604 h 344249" name="connsiteY29"/>
                  <a:gd fmla="*/ 1515649 w 1879475" name="connsiteX30"/>
                  <a:gd fmla="*/ 58814 h 344249" name="connsiteY30"/>
                  <a:gd fmla="*/ 1511159 w 1879475" name="connsiteX31"/>
                  <a:gd fmla="*/ 58814 h 344249" name="connsiteY31"/>
                  <a:gd fmla="*/ 1686492 w 1879475" name="connsiteX32"/>
                  <a:gd fmla="*/ 72071 h 344249" name="connsiteY32"/>
                  <a:gd fmla="*/ 1423493 w 1879475" name="connsiteX33"/>
                  <a:gd fmla="*/ 50047 h 344249" name="connsiteY33"/>
                  <a:gd fmla="*/ 1463050 w 1879475" name="connsiteX34"/>
                  <a:gd fmla="*/ 54537 h 344249" name="connsiteY34"/>
                  <a:gd fmla="*/ 1270184 w 1879475" name="connsiteX35"/>
                  <a:gd fmla="*/ 41280 h 344249" name="connsiteY35"/>
                  <a:gd fmla="*/ 1261417 w 1879475" name="connsiteX36"/>
                  <a:gd fmla="*/ 36790 h 344249" name="connsiteY36"/>
                  <a:gd fmla="*/ 1261417 w 1879475" name="connsiteX37"/>
                  <a:gd fmla="*/ 41280 h 344249" name="connsiteY37"/>
                  <a:gd fmla="*/ 1112385 w 1879475" name="connsiteX38"/>
                  <a:gd fmla="*/ 32514 h 344249" name="connsiteY38"/>
                  <a:gd fmla="*/ 1125642 w 1879475" name="connsiteX39"/>
                  <a:gd fmla="*/ 32514 h 344249" name="connsiteY39"/>
                  <a:gd fmla="*/ 1037976 w 1879475" name="connsiteX40"/>
                  <a:gd fmla="*/ 32514 h 344249" name="connsiteY40"/>
                  <a:gd fmla="*/ 1042252 w 1879475" name="connsiteX41"/>
                  <a:gd fmla="*/ 32514 h 344249" name="connsiteY41"/>
                  <a:gd fmla="*/ 998419 w 1879475" name="connsiteX42"/>
                  <a:gd fmla="*/ 32514 h 344249" name="connsiteY42"/>
                  <a:gd fmla="*/ 1015953 w 1879475" name="connsiteX43"/>
                  <a:gd fmla="*/ 28024 h 344249" name="connsiteY43"/>
                  <a:gd fmla="*/ 730931 w 1879475" name="connsiteX44"/>
                  <a:gd fmla="*/ 28024 h 344249" name="connsiteY44"/>
                  <a:gd fmla="*/ 717674 w 1879475" name="connsiteX45"/>
                  <a:gd fmla="*/ 32514 h 344249" name="connsiteY45"/>
                  <a:gd fmla="*/ 529085 w 1879475" name="connsiteX46"/>
                  <a:gd fmla="*/ 32514 h 344249" name="connsiteY46"/>
                  <a:gd fmla="*/ 730717 w 1879475" name="connsiteX47"/>
                  <a:gd fmla="*/ 19257 h 344249" name="connsiteY47"/>
                  <a:gd fmla="*/ 1147238 w 1879475" name="connsiteX48"/>
                  <a:gd fmla="*/ 19257 h 344249" name="connsiteY48"/>
                  <a:gd fmla="*/ 1633892 w 1879475" name="connsiteX49"/>
                  <a:gd fmla="*/ 58814 h 344249" name="connsiteY49"/>
                  <a:gd fmla="*/ 1625125 w 1879475" name="connsiteX50"/>
                  <a:gd fmla="*/ 50047 h 344249" name="connsiteY50"/>
                  <a:gd fmla="*/ 1028995 w 1879475" name="connsiteX51"/>
                  <a:gd fmla="*/ 14767 h 344249" name="connsiteY51"/>
                  <a:gd fmla="*/ 511766 w 1879475" name="connsiteX52"/>
                  <a:gd fmla="*/ 19257 h 344249" name="connsiteY52"/>
                  <a:gd fmla="*/ 1270184 w 1879475" name="connsiteX53"/>
                  <a:gd fmla="*/ 14767 h 344249" name="connsiteY53"/>
                  <a:gd fmla="*/ 1599038 w 1879475" name="connsiteX54"/>
                  <a:gd fmla="*/ 41067 h 344249" name="connsiteY54"/>
                  <a:gd fmla="*/ 1708729 w 1879475" name="connsiteX55"/>
                  <a:gd fmla="*/ 58600 h 344249" name="connsiteY55"/>
                  <a:gd fmla="*/ 1708729 w 1879475" name="connsiteX56"/>
                  <a:gd fmla="*/ 54110 h 344249" name="connsiteY56"/>
                  <a:gd fmla="*/ 1410664 w 1879475" name="connsiteX57"/>
                  <a:gd fmla="*/ 18829 h 344249" name="connsiteY57"/>
                  <a:gd fmla="*/ 1353574 w 1879475" name="connsiteX58"/>
                  <a:gd fmla="*/ 18829 h 344249" name="connsiteY58"/>
                  <a:gd fmla="*/ 1011676 w 1879475" name="connsiteX59"/>
                  <a:gd fmla="*/ 1296 h 344249" name="connsiteY59"/>
                  <a:gd fmla="*/ 853877 w 1879475" name="connsiteX60"/>
                  <a:gd fmla="*/ 1296 h 344249" name="connsiteY60"/>
                  <a:gd fmla="*/ 717888 w 1879475" name="connsiteX61"/>
                  <a:gd fmla="*/ 1296 h 344249" name="connsiteY61"/>
                  <a:gd fmla="*/ 577622 w 1879475" name="connsiteX62"/>
                  <a:gd fmla="*/ 10063 h 344249" name="connsiteY62"/>
                  <a:gd fmla="*/ 34092 w 1879475" name="connsiteX63"/>
                  <a:gd fmla="*/ 36363 h 344249" name="connsiteY63"/>
                  <a:gd fmla="*/ 7793 w 1879475" name="connsiteX64"/>
                  <a:gd fmla="*/ 49619 h 344249" name="connsiteY64"/>
                  <a:gd fmla="*/ 3302 w 1879475" name="connsiteX65"/>
                  <a:gd fmla="*/ 58386 h 344249" name="connsiteY65"/>
                  <a:gd fmla="*/ 7793 w 1879475" name="connsiteX66"/>
                  <a:gd fmla="*/ 67153 h 344249" name="connsiteY66"/>
                  <a:gd fmla="*/ 16559 w 1879475" name="connsiteX67"/>
                  <a:gd fmla="*/ 67153 h 344249" name="connsiteY67"/>
                  <a:gd fmla="*/ 3302 w 1879475" name="connsiteX68"/>
                  <a:gd fmla="*/ 75919 h 344249" name="connsiteY68"/>
                  <a:gd fmla="*/ 12069 w 1879475" name="connsiteX69"/>
                  <a:gd fmla="*/ 89176 h 344249" name="connsiteY69"/>
                  <a:gd fmla="*/ 12069 w 1879475" name="connsiteX70"/>
                  <a:gd fmla="*/ 89176 h 344249" name="connsiteY70"/>
                  <a:gd fmla="*/ 25326 w 1879475" name="connsiteX71"/>
                  <a:gd fmla="*/ 89176 h 344249" name="connsiteY71"/>
                  <a:gd fmla="*/ 7793 w 1879475" name="connsiteX72"/>
                  <a:gd fmla="*/ 106709 h 344249" name="connsiteY72"/>
                  <a:gd fmla="*/ 7793 w 1879475" name="connsiteX73"/>
                  <a:gd fmla="*/ 163799 h 344249" name="connsiteY73"/>
                  <a:gd fmla="*/ 16559 w 1879475" name="connsiteX74"/>
                  <a:gd fmla="*/ 172566 h 344249" name="connsiteY74"/>
                  <a:gd fmla="*/ 7793 w 1879475" name="connsiteX75"/>
                  <a:gd fmla="*/ 181332 h 344249" name="connsiteY75"/>
                  <a:gd fmla="*/ 12283 w 1879475" name="connsiteX76"/>
                  <a:gd fmla="*/ 185823 h 344249" name="connsiteY76"/>
                  <a:gd fmla="*/ 7793 w 1879475" name="connsiteX77"/>
                  <a:gd fmla="*/ 190313 h 344249" name="connsiteY77"/>
                  <a:gd fmla="*/ 12283 w 1879475" name="connsiteX78"/>
                  <a:gd fmla="*/ 190313 h 344249" name="connsiteY78"/>
                  <a:gd fmla="*/ 7793 w 1879475" name="connsiteX79"/>
                  <a:gd fmla="*/ 221103 h 344249" name="connsiteY79"/>
                  <a:gd fmla="*/ 29816 w 1879475" name="connsiteX80"/>
                  <a:gd fmla="*/ 251893 h 344249" name="connsiteY80"/>
                  <a:gd fmla="*/ 25326 w 1879475" name="connsiteX81"/>
                  <a:gd fmla="*/ 256383 h 344249" name="connsiteY81"/>
                  <a:gd fmla="*/ 12069 w 1879475" name="connsiteX82"/>
                  <a:gd fmla="*/ 269640 h 344249" name="connsiteY82"/>
                  <a:gd fmla="*/ 34092 w 1879475" name="connsiteX83"/>
                  <a:gd fmla="*/ 287173 h 344249" name="connsiteY83"/>
                  <a:gd fmla="*/ 20835 w 1879475" name="connsiteX84"/>
                  <a:gd fmla="*/ 291663 h 344249" name="connsiteY84"/>
                  <a:gd fmla="*/ 55902 w 1879475" name="connsiteX85"/>
                  <a:gd fmla="*/ 300430 h 344249" name="connsiteY85"/>
                  <a:gd fmla="*/ 560089 w 1879475" name="connsiteX86"/>
                  <a:gd fmla="*/ 309197 h 344249" name="connsiteY86"/>
                  <a:gd fmla="*/ 866920 w 1879475" name="connsiteX87"/>
                  <a:gd fmla="*/ 304706 h 344249" name="connsiteY87"/>
                  <a:gd fmla="*/ 1195775 w 1879475" name="connsiteX88"/>
                  <a:gd fmla="*/ 313473 h 344249" name="connsiteY88"/>
                  <a:gd fmla="*/ 1673662 w 1879475" name="connsiteX89"/>
                  <a:gd fmla="*/ 344263 h 344249" name="connsiteY89"/>
                  <a:gd fmla="*/ 1813927 w 1879475" name="connsiteX90"/>
                  <a:gd fmla="*/ 339773 h 344249" name="connsiteY90"/>
                  <a:gd fmla="*/ 1761328 w 1879475" name="connsiteX91"/>
                  <a:gd fmla="*/ 335283 h 344249" name="connsiteY91"/>
                  <a:gd fmla="*/ 1761328 w 1879475" name="connsiteX92"/>
                  <a:gd fmla="*/ 335283 h 344249" name="connsiteY92"/>
                  <a:gd fmla="*/ 1857760 w 1879475" name="connsiteX93"/>
                  <a:gd fmla="*/ 326516 h 344249" name="connsiteY93"/>
                  <a:gd fmla="*/ 1840228 w 1879475" name="connsiteX94"/>
                  <a:gd fmla="*/ 317750 h 344249" name="connsiteY94"/>
                  <a:gd fmla="*/ 1871018 w 1879475" name="connsiteX95"/>
                  <a:gd fmla="*/ 317750 h 344249" name="connsiteY95"/>
                  <a:gd fmla="*/ 1805161 w 1879475" name="connsiteX96"/>
                  <a:gd fmla="*/ 300216 h 344249" name="connsiteY96"/>
                  <a:gd fmla="*/ 1831461 w 1879475" name="connsiteX97"/>
                  <a:gd fmla="*/ 300216 h 344249" name="connsiteY97"/>
                  <a:gd fmla="*/ 1831461 w 1879475" name="connsiteX98"/>
                  <a:gd fmla="*/ 295726 h 344249" name="connsiteY98"/>
                  <a:gd fmla="*/ 1831461 w 1879475" name="connsiteX99"/>
                  <a:gd fmla="*/ 291236 h 344249" name="connsiteY99"/>
                  <a:gd fmla="*/ 1875294 w 1879475" name="connsiteX100"/>
                  <a:gd fmla="*/ 286746 h 344249" name="connsiteY100"/>
                  <a:gd fmla="*/ 1853271 w 1879475" name="connsiteX101"/>
                  <a:gd fmla="*/ 282255 h 344249" name="connsiteY101"/>
                  <a:gd fmla="*/ 1871018 w 1879475" name="connsiteX102"/>
                  <a:gd fmla="*/ 279476 h 344249" name="connsiteY102"/>
                  <a:gd fmla="*/ 1871018 w 1879475" name="connsiteX103"/>
                  <a:gd fmla="*/ 279476 h 344249" name="connsiteY103"/>
                  <a:gd fmla="*/ 490170 w 1879475" name="connsiteX104"/>
                  <a:gd fmla="*/ 33155 h 344249" name="connsiteY104"/>
                  <a:gd fmla="*/ 498937 w 1879475" name="connsiteX105"/>
                  <a:gd fmla="*/ 33155 h 344249" name="connsiteY105"/>
                  <a:gd fmla="*/ 490170 w 1879475" name="connsiteX106"/>
                  <a:gd fmla="*/ 33155 h 344249" name="connsiteY106"/>
                  <a:gd fmla="*/ 490170 w 1879475" name="connsiteX107"/>
                  <a:gd fmla="*/ 33155 h 344249" name="connsiteY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b="b" l="l" r="r" t="t"/>
                <a:pathLst>
                  <a:path h="344249" w="1879475">
                    <a:moveTo>
                      <a:pt x="1871018" y="279476"/>
                    </a:moveTo>
                    <a:cubicBezTo>
                      <a:pt x="1853484" y="270709"/>
                      <a:pt x="1853484" y="270709"/>
                      <a:pt x="1853484" y="270709"/>
                    </a:cubicBezTo>
                    <a:cubicBezTo>
                      <a:pt x="1857974" y="261942"/>
                      <a:pt x="1871018" y="270709"/>
                      <a:pt x="1879784" y="266219"/>
                    </a:cubicBezTo>
                    <a:cubicBezTo>
                      <a:pt x="1871018" y="257452"/>
                      <a:pt x="1853484" y="257452"/>
                      <a:pt x="1844718" y="252962"/>
                    </a:cubicBezTo>
                    <a:cubicBezTo>
                      <a:pt x="1844718" y="248472"/>
                      <a:pt x="1844718" y="248472"/>
                      <a:pt x="1849208" y="248472"/>
                    </a:cubicBezTo>
                    <a:cubicBezTo>
                      <a:pt x="1840442" y="239705"/>
                      <a:pt x="1840442" y="239705"/>
                      <a:pt x="1840442" y="239705"/>
                    </a:cubicBezTo>
                    <a:cubicBezTo>
                      <a:pt x="1840442" y="239705"/>
                      <a:pt x="1840442" y="235215"/>
                      <a:pt x="1844718" y="235215"/>
                    </a:cubicBezTo>
                    <a:cubicBezTo>
                      <a:pt x="1840442" y="230725"/>
                      <a:pt x="1831461" y="230725"/>
                      <a:pt x="1827185" y="226448"/>
                    </a:cubicBezTo>
                    <a:cubicBezTo>
                      <a:pt x="1862251" y="226448"/>
                      <a:pt x="1862251" y="226448"/>
                      <a:pt x="1862251" y="226448"/>
                    </a:cubicBezTo>
                    <a:cubicBezTo>
                      <a:pt x="1853484" y="221958"/>
                      <a:pt x="1840228" y="221958"/>
                      <a:pt x="1831461" y="217682"/>
                    </a:cubicBezTo>
                    <a:cubicBezTo>
                      <a:pt x="1840228" y="222172"/>
                      <a:pt x="1857760" y="217682"/>
                      <a:pt x="1866527" y="213192"/>
                    </a:cubicBezTo>
                    <a:cubicBezTo>
                      <a:pt x="1857760" y="213192"/>
                      <a:pt x="1848995" y="208701"/>
                      <a:pt x="1840228" y="204425"/>
                    </a:cubicBezTo>
                    <a:cubicBezTo>
                      <a:pt x="1871018" y="204425"/>
                      <a:pt x="1871018" y="204425"/>
                      <a:pt x="1871018" y="204425"/>
                    </a:cubicBezTo>
                    <a:cubicBezTo>
                      <a:pt x="1862251" y="204425"/>
                      <a:pt x="1853484" y="204425"/>
                      <a:pt x="1848995" y="195658"/>
                    </a:cubicBezTo>
                    <a:cubicBezTo>
                      <a:pt x="1857760" y="195658"/>
                      <a:pt x="1857760" y="195658"/>
                      <a:pt x="1857760" y="195658"/>
                    </a:cubicBezTo>
                    <a:cubicBezTo>
                      <a:pt x="1857760" y="195658"/>
                      <a:pt x="1857760" y="191168"/>
                      <a:pt x="1853271" y="191168"/>
                    </a:cubicBezTo>
                    <a:cubicBezTo>
                      <a:pt x="1857760" y="186678"/>
                      <a:pt x="1857760" y="186678"/>
                      <a:pt x="1857760" y="186678"/>
                    </a:cubicBezTo>
                    <a:cubicBezTo>
                      <a:pt x="1822694" y="173421"/>
                      <a:pt x="1822694" y="173421"/>
                      <a:pt x="1822694" y="173421"/>
                    </a:cubicBezTo>
                    <a:cubicBezTo>
                      <a:pt x="1831461" y="168931"/>
                      <a:pt x="1840228" y="168931"/>
                      <a:pt x="1848995" y="173421"/>
                    </a:cubicBezTo>
                    <a:cubicBezTo>
                      <a:pt x="1844504" y="164654"/>
                      <a:pt x="1831461" y="168931"/>
                      <a:pt x="1831461" y="160164"/>
                    </a:cubicBezTo>
                    <a:cubicBezTo>
                      <a:pt x="1796395" y="146907"/>
                      <a:pt x="1756838" y="138141"/>
                      <a:pt x="1717495" y="124884"/>
                    </a:cubicBezTo>
                    <a:cubicBezTo>
                      <a:pt x="1726261" y="120394"/>
                      <a:pt x="1739518" y="129374"/>
                      <a:pt x="1743795" y="124884"/>
                    </a:cubicBezTo>
                    <a:cubicBezTo>
                      <a:pt x="1726261" y="116117"/>
                      <a:pt x="1726261" y="116117"/>
                      <a:pt x="1726261" y="116117"/>
                    </a:cubicBezTo>
                    <a:cubicBezTo>
                      <a:pt x="1730752" y="116117"/>
                      <a:pt x="1735028" y="116117"/>
                      <a:pt x="1739518" y="116117"/>
                    </a:cubicBezTo>
                    <a:cubicBezTo>
                      <a:pt x="1673662" y="102861"/>
                      <a:pt x="1673662" y="102861"/>
                      <a:pt x="1673662" y="102861"/>
                    </a:cubicBezTo>
                    <a:cubicBezTo>
                      <a:pt x="1686919" y="94094"/>
                      <a:pt x="1699962" y="107351"/>
                      <a:pt x="1708729" y="102861"/>
                    </a:cubicBezTo>
                    <a:cubicBezTo>
                      <a:pt x="1708729" y="102861"/>
                      <a:pt x="1704238" y="102861"/>
                      <a:pt x="1708729" y="98370"/>
                    </a:cubicBezTo>
                    <a:cubicBezTo>
                      <a:pt x="1713219" y="98370"/>
                      <a:pt x="1726261" y="98370"/>
                      <a:pt x="1735028" y="102861"/>
                    </a:cubicBezTo>
                    <a:cubicBezTo>
                      <a:pt x="1726261" y="98370"/>
                      <a:pt x="1721772" y="98370"/>
                      <a:pt x="1713005" y="89604"/>
                    </a:cubicBezTo>
                    <a:cubicBezTo>
                      <a:pt x="1717495" y="89604"/>
                      <a:pt x="1717495" y="89604"/>
                      <a:pt x="1721772" y="89604"/>
                    </a:cubicBezTo>
                    <a:cubicBezTo>
                      <a:pt x="1655915" y="72071"/>
                      <a:pt x="1585782" y="67580"/>
                      <a:pt x="1515649" y="58814"/>
                    </a:cubicBezTo>
                    <a:cubicBezTo>
                      <a:pt x="1511159" y="58814"/>
                      <a:pt x="1511159" y="58814"/>
                      <a:pt x="1511159" y="58814"/>
                    </a:cubicBezTo>
                    <a:cubicBezTo>
                      <a:pt x="1568249" y="58814"/>
                      <a:pt x="1638382" y="67580"/>
                      <a:pt x="1686492" y="72071"/>
                    </a:cubicBezTo>
                    <a:cubicBezTo>
                      <a:pt x="1603102" y="54537"/>
                      <a:pt x="1511159" y="45771"/>
                      <a:pt x="1423493" y="50047"/>
                    </a:cubicBezTo>
                    <a:cubicBezTo>
                      <a:pt x="1463050" y="54537"/>
                      <a:pt x="1463050" y="54537"/>
                      <a:pt x="1463050" y="54537"/>
                    </a:cubicBezTo>
                    <a:cubicBezTo>
                      <a:pt x="1397193" y="59028"/>
                      <a:pt x="1331551" y="41280"/>
                      <a:pt x="1270184" y="41280"/>
                    </a:cubicBezTo>
                    <a:cubicBezTo>
                      <a:pt x="1261417" y="36790"/>
                      <a:pt x="1261417" y="36790"/>
                      <a:pt x="1261417" y="36790"/>
                    </a:cubicBezTo>
                    <a:cubicBezTo>
                      <a:pt x="1256927" y="36790"/>
                      <a:pt x="1265694" y="36790"/>
                      <a:pt x="1261417" y="41280"/>
                    </a:cubicBezTo>
                    <a:cubicBezTo>
                      <a:pt x="1112385" y="32514"/>
                      <a:pt x="1112385" y="32514"/>
                      <a:pt x="1112385" y="32514"/>
                    </a:cubicBezTo>
                    <a:cubicBezTo>
                      <a:pt x="1116876" y="32514"/>
                      <a:pt x="1121152" y="32514"/>
                      <a:pt x="1125642" y="32514"/>
                    </a:cubicBezTo>
                    <a:cubicBezTo>
                      <a:pt x="1099342" y="28024"/>
                      <a:pt x="1064276" y="32514"/>
                      <a:pt x="1037976" y="32514"/>
                    </a:cubicBezTo>
                    <a:cubicBezTo>
                      <a:pt x="1042252" y="32514"/>
                      <a:pt x="1042252" y="32514"/>
                      <a:pt x="1042252" y="32514"/>
                    </a:cubicBezTo>
                    <a:cubicBezTo>
                      <a:pt x="1028995" y="32514"/>
                      <a:pt x="1011462" y="37004"/>
                      <a:pt x="998419" y="32514"/>
                    </a:cubicBezTo>
                    <a:cubicBezTo>
                      <a:pt x="1002909" y="32514"/>
                      <a:pt x="1011676" y="28024"/>
                      <a:pt x="1015953" y="28024"/>
                    </a:cubicBezTo>
                    <a:cubicBezTo>
                      <a:pt x="919520" y="23533"/>
                      <a:pt x="831854" y="28024"/>
                      <a:pt x="730931" y="28024"/>
                    </a:cubicBezTo>
                    <a:cubicBezTo>
                      <a:pt x="717674" y="32514"/>
                      <a:pt x="717674" y="32514"/>
                      <a:pt x="717674" y="32514"/>
                    </a:cubicBezTo>
                    <a:cubicBezTo>
                      <a:pt x="656308" y="32514"/>
                      <a:pt x="594941" y="28024"/>
                      <a:pt x="529085" y="32514"/>
                    </a:cubicBezTo>
                    <a:cubicBezTo>
                      <a:pt x="594941" y="19257"/>
                      <a:pt x="660584" y="23747"/>
                      <a:pt x="730717" y="19257"/>
                    </a:cubicBezTo>
                    <a:cubicBezTo>
                      <a:pt x="1147238" y="19257"/>
                      <a:pt x="1147238" y="19257"/>
                      <a:pt x="1147238" y="19257"/>
                    </a:cubicBezTo>
                    <a:cubicBezTo>
                      <a:pt x="1318294" y="32514"/>
                      <a:pt x="1467326" y="36790"/>
                      <a:pt x="1633892" y="58814"/>
                    </a:cubicBezTo>
                    <a:cubicBezTo>
                      <a:pt x="1633892" y="54324"/>
                      <a:pt x="1629615" y="54324"/>
                      <a:pt x="1625125" y="50047"/>
                    </a:cubicBezTo>
                    <a:cubicBezTo>
                      <a:pt x="1423493" y="32514"/>
                      <a:pt x="1234904" y="14767"/>
                      <a:pt x="1028995" y="14767"/>
                    </a:cubicBezTo>
                    <a:cubicBezTo>
                      <a:pt x="857940" y="6000"/>
                      <a:pt x="682607" y="19257"/>
                      <a:pt x="511766" y="19257"/>
                    </a:cubicBezTo>
                    <a:cubicBezTo>
                      <a:pt x="761721" y="1724"/>
                      <a:pt x="1015953" y="6000"/>
                      <a:pt x="1270184" y="14767"/>
                    </a:cubicBezTo>
                    <a:cubicBezTo>
                      <a:pt x="1599038" y="41067"/>
                      <a:pt x="1599038" y="41067"/>
                      <a:pt x="1599038" y="41067"/>
                    </a:cubicBezTo>
                    <a:cubicBezTo>
                      <a:pt x="1708729" y="58600"/>
                      <a:pt x="1708729" y="58600"/>
                      <a:pt x="1708729" y="58600"/>
                    </a:cubicBezTo>
                    <a:cubicBezTo>
                      <a:pt x="1708729" y="54110"/>
                      <a:pt x="1708729" y="54110"/>
                      <a:pt x="1708729" y="54110"/>
                    </a:cubicBezTo>
                    <a:cubicBezTo>
                      <a:pt x="1603529" y="32086"/>
                      <a:pt x="1515863" y="32086"/>
                      <a:pt x="1410664" y="18829"/>
                    </a:cubicBezTo>
                    <a:cubicBezTo>
                      <a:pt x="1388640" y="27596"/>
                      <a:pt x="1371107" y="10063"/>
                      <a:pt x="1353574" y="18829"/>
                    </a:cubicBezTo>
                    <a:cubicBezTo>
                      <a:pt x="1243885" y="5573"/>
                      <a:pt x="1121152" y="10063"/>
                      <a:pt x="1011676" y="1296"/>
                    </a:cubicBezTo>
                    <a:cubicBezTo>
                      <a:pt x="959076" y="5786"/>
                      <a:pt x="906477" y="-3194"/>
                      <a:pt x="853877" y="1296"/>
                    </a:cubicBezTo>
                    <a:cubicBezTo>
                      <a:pt x="717888" y="1296"/>
                      <a:pt x="717888" y="1296"/>
                      <a:pt x="717888" y="1296"/>
                    </a:cubicBezTo>
                    <a:cubicBezTo>
                      <a:pt x="674055" y="5786"/>
                      <a:pt x="625732" y="10063"/>
                      <a:pt x="577622" y="10063"/>
                    </a:cubicBezTo>
                    <a:cubicBezTo>
                      <a:pt x="397800" y="18829"/>
                      <a:pt x="226958" y="10063"/>
                      <a:pt x="34092" y="36363"/>
                    </a:cubicBezTo>
                    <a:cubicBezTo>
                      <a:pt x="7793" y="49619"/>
                      <a:pt x="7793" y="49619"/>
                      <a:pt x="7793" y="49619"/>
                    </a:cubicBezTo>
                    <a:cubicBezTo>
                      <a:pt x="12283" y="54110"/>
                      <a:pt x="7793" y="54110"/>
                      <a:pt x="3302" y="58386"/>
                    </a:cubicBezTo>
                    <a:cubicBezTo>
                      <a:pt x="7793" y="58386"/>
                      <a:pt x="7793" y="62876"/>
                      <a:pt x="7793" y="67153"/>
                    </a:cubicBezTo>
                    <a:cubicBezTo>
                      <a:pt x="12283" y="67153"/>
                      <a:pt x="16559" y="62662"/>
                      <a:pt x="16559" y="67153"/>
                    </a:cubicBezTo>
                    <a:cubicBezTo>
                      <a:pt x="12069" y="71643"/>
                      <a:pt x="7793" y="75919"/>
                      <a:pt x="3302" y="75919"/>
                    </a:cubicBezTo>
                    <a:cubicBezTo>
                      <a:pt x="3302" y="84686"/>
                      <a:pt x="12069" y="84686"/>
                      <a:pt x="12069" y="89176"/>
                    </a:cubicBezTo>
                    <a:lnTo>
                      <a:pt x="12069" y="89176"/>
                    </a:lnTo>
                    <a:cubicBezTo>
                      <a:pt x="16559" y="89176"/>
                      <a:pt x="20835" y="89176"/>
                      <a:pt x="25326" y="89176"/>
                    </a:cubicBezTo>
                    <a:cubicBezTo>
                      <a:pt x="16559" y="93666"/>
                      <a:pt x="16559" y="102433"/>
                      <a:pt x="7793" y="106709"/>
                    </a:cubicBezTo>
                    <a:cubicBezTo>
                      <a:pt x="7793" y="128733"/>
                      <a:pt x="-9741" y="146266"/>
                      <a:pt x="7793" y="163799"/>
                    </a:cubicBezTo>
                    <a:cubicBezTo>
                      <a:pt x="3302" y="172566"/>
                      <a:pt x="16559" y="168289"/>
                      <a:pt x="16559" y="172566"/>
                    </a:cubicBezTo>
                    <a:cubicBezTo>
                      <a:pt x="16559" y="177056"/>
                      <a:pt x="12069" y="177056"/>
                      <a:pt x="7793" y="181332"/>
                    </a:cubicBezTo>
                    <a:cubicBezTo>
                      <a:pt x="12283" y="185823"/>
                      <a:pt x="12283" y="185823"/>
                      <a:pt x="12283" y="185823"/>
                    </a:cubicBezTo>
                    <a:cubicBezTo>
                      <a:pt x="16773" y="185823"/>
                      <a:pt x="12283" y="185823"/>
                      <a:pt x="7793" y="190313"/>
                    </a:cubicBezTo>
                    <a:cubicBezTo>
                      <a:pt x="12283" y="190313"/>
                      <a:pt x="12283" y="190313"/>
                      <a:pt x="12283" y="190313"/>
                    </a:cubicBezTo>
                    <a:cubicBezTo>
                      <a:pt x="-974" y="199080"/>
                      <a:pt x="12283" y="212336"/>
                      <a:pt x="7793" y="221103"/>
                    </a:cubicBezTo>
                    <a:cubicBezTo>
                      <a:pt x="7793" y="234360"/>
                      <a:pt x="12283" y="251893"/>
                      <a:pt x="29816" y="251893"/>
                    </a:cubicBezTo>
                    <a:cubicBezTo>
                      <a:pt x="25326" y="256383"/>
                      <a:pt x="25326" y="256383"/>
                      <a:pt x="25326" y="256383"/>
                    </a:cubicBezTo>
                    <a:cubicBezTo>
                      <a:pt x="16559" y="256383"/>
                      <a:pt x="12069" y="260873"/>
                      <a:pt x="12069" y="269640"/>
                    </a:cubicBezTo>
                    <a:cubicBezTo>
                      <a:pt x="16559" y="278407"/>
                      <a:pt x="25326" y="282897"/>
                      <a:pt x="34092" y="287173"/>
                    </a:cubicBezTo>
                    <a:cubicBezTo>
                      <a:pt x="20835" y="291663"/>
                      <a:pt x="20835" y="291663"/>
                      <a:pt x="20835" y="291663"/>
                    </a:cubicBezTo>
                    <a:cubicBezTo>
                      <a:pt x="55902" y="300430"/>
                      <a:pt x="55902" y="300430"/>
                      <a:pt x="55902" y="300430"/>
                    </a:cubicBezTo>
                    <a:cubicBezTo>
                      <a:pt x="218191" y="317963"/>
                      <a:pt x="397800" y="322453"/>
                      <a:pt x="560089" y="309197"/>
                    </a:cubicBezTo>
                    <a:cubicBezTo>
                      <a:pt x="866920" y="304706"/>
                      <a:pt x="866920" y="304706"/>
                      <a:pt x="866920" y="304706"/>
                    </a:cubicBezTo>
                    <a:cubicBezTo>
                      <a:pt x="1195775" y="313473"/>
                      <a:pt x="1195775" y="313473"/>
                      <a:pt x="1195775" y="313473"/>
                    </a:cubicBezTo>
                    <a:cubicBezTo>
                      <a:pt x="1673662" y="344263"/>
                      <a:pt x="1673662" y="344263"/>
                      <a:pt x="1673662" y="344263"/>
                    </a:cubicBezTo>
                    <a:cubicBezTo>
                      <a:pt x="1726261" y="348753"/>
                      <a:pt x="1765818" y="344263"/>
                      <a:pt x="1813927" y="339773"/>
                    </a:cubicBezTo>
                    <a:cubicBezTo>
                      <a:pt x="1796395" y="339773"/>
                      <a:pt x="1778861" y="339773"/>
                      <a:pt x="1761328" y="335283"/>
                    </a:cubicBezTo>
                    <a:lnTo>
                      <a:pt x="1761328" y="335283"/>
                    </a:lnTo>
                    <a:cubicBezTo>
                      <a:pt x="1792118" y="335283"/>
                      <a:pt x="1827185" y="330792"/>
                      <a:pt x="1857760" y="326516"/>
                    </a:cubicBezTo>
                    <a:cubicBezTo>
                      <a:pt x="1853271" y="322026"/>
                      <a:pt x="1844504" y="326516"/>
                      <a:pt x="1840228" y="317750"/>
                    </a:cubicBezTo>
                    <a:cubicBezTo>
                      <a:pt x="1848995" y="317750"/>
                      <a:pt x="1862251" y="317750"/>
                      <a:pt x="1871018" y="317750"/>
                    </a:cubicBezTo>
                    <a:cubicBezTo>
                      <a:pt x="1853484" y="304493"/>
                      <a:pt x="1822694" y="313259"/>
                      <a:pt x="1805161" y="300216"/>
                    </a:cubicBezTo>
                    <a:cubicBezTo>
                      <a:pt x="1831461" y="300216"/>
                      <a:pt x="1831461" y="300216"/>
                      <a:pt x="1831461" y="300216"/>
                    </a:cubicBezTo>
                    <a:cubicBezTo>
                      <a:pt x="1831461" y="295726"/>
                      <a:pt x="1831461" y="295726"/>
                      <a:pt x="1831461" y="295726"/>
                    </a:cubicBezTo>
                    <a:cubicBezTo>
                      <a:pt x="1831461" y="291236"/>
                      <a:pt x="1831461" y="291236"/>
                      <a:pt x="1831461" y="291236"/>
                    </a:cubicBezTo>
                    <a:cubicBezTo>
                      <a:pt x="1848995" y="300002"/>
                      <a:pt x="1857760" y="286746"/>
                      <a:pt x="1875294" y="286746"/>
                    </a:cubicBezTo>
                    <a:cubicBezTo>
                      <a:pt x="1866527" y="282255"/>
                      <a:pt x="1857760" y="282255"/>
                      <a:pt x="1853271" y="282255"/>
                    </a:cubicBezTo>
                    <a:cubicBezTo>
                      <a:pt x="1853484" y="274986"/>
                      <a:pt x="1871018" y="279476"/>
                      <a:pt x="1871018" y="279476"/>
                    </a:cubicBezTo>
                    <a:lnTo>
                      <a:pt x="1871018" y="279476"/>
                    </a:lnTo>
                    <a:close/>
                    <a:moveTo>
                      <a:pt x="490170" y="33155"/>
                    </a:moveTo>
                    <a:cubicBezTo>
                      <a:pt x="494446" y="33155"/>
                      <a:pt x="494446" y="33155"/>
                      <a:pt x="498937" y="33155"/>
                    </a:cubicBezTo>
                    <a:cubicBezTo>
                      <a:pt x="498937" y="33155"/>
                      <a:pt x="494446" y="33155"/>
                      <a:pt x="490170" y="33155"/>
                    </a:cubicBezTo>
                    <a:lnTo>
                      <a:pt x="490170" y="3315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 anchorCtr="false" bIns="70920" lIns="91440" rIns="98640" tIns="45720" wrap="square">
                <a:normAutofit fontScale="92500"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2800" u="none">
                    <a:solidFill>
                      <a:srgbClr val="FFFFFF"/>
                    </a:solidFill>
                    <a:latin typeface="Calibri"/>
                  </a:rPr>
                  <a:t>1</a:t>
                </a:r>
              </a:p>
            </p:txBody>
          </p:sp>
        </p:grpSp>
        <p:grpSp>
          <p:nvGrpSpPr>
            <p:cNvPr descr="b6fec3dd-5cdf-4691-8d7b-1e528228c722" id="9" name="组合 8">
              <a:extLst>
                <a:ext uri="{FF2B5EF4-FFF2-40B4-BE49-F238E27FC236}">
                  <a16:creationId id="{C8D88C6C-4634-B706-838C-030773E3D756}"/>
                </a:ext>
              </a:extLst>
            </p:cNvPr>
            <p:cNvGrpSpPr/>
            <p:nvPr/>
          </p:nvGrpSpPr>
          <p:grpSpPr>
            <a:xfrm>
              <a:off x="2848987" y="2269490"/>
              <a:ext cx="2104154" cy="3193061"/>
              <a:chOff x="2848987" y="2269490"/>
              <a:chExt cx="2104154" cy="3193061"/>
            </a:xfrm>
          </p:grpSpPr>
          <p:grpSp>
            <p:nvGrpSpPr>
              <p:cNvPr descr="fbdc13c5-be7b-422d-8f62-0eca302cdd34" id="92" name="组合 91">
                <a:extLst>
                  <a:ext uri="{FF2B5EF4-FFF2-40B4-BE49-F238E27FC236}">
                    <a16:creationId id="{86157937-1231-993E-4C70-AFDCC98F1F79}"/>
                  </a:ext>
                </a:extLst>
              </p:cNvPr>
              <p:cNvGrpSpPr/>
              <p:nvPr/>
            </p:nvGrpSpPr>
            <p:grpSpPr>
              <a:xfrm>
                <a:off x="2848987" y="2269490"/>
                <a:ext cx="2104154" cy="2952604"/>
                <a:chOff x="2848987" y="2054225"/>
                <a:chExt cx="2104154" cy="2952604"/>
              </a:xfrm>
            </p:grpSpPr>
            <p:sp>
              <p:nvSpPr>
                <p:cNvPr descr="36f54909-fc21-4f2f-9ef4-ee36f333c1ca" id="59" name="ComponentBackground2">
                  <a:extLst>
                    <a:ext uri="{FF2B5EF4-FFF2-40B4-BE49-F238E27FC236}">
                      <a16:creationId id="{DF8873FE-6EEF-F2E2-E743-E62956BAD160}"/>
                    </a:ext>
                  </a:extLst>
                </p:cNvPr>
                <p:cNvSpPr/>
                <p:nvPr/>
              </p:nvSpPr>
              <p:spPr>
                <a:xfrm flipH="false" flipV="false">
                  <a:off x="2848987" y="2054225"/>
                  <a:ext cx="2104154" cy="2952604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ffb51557-5d00-4176-897a-26a4cce8028e" id="74" name="Bullet2">
                  <a:extLst>
                    <a:ext uri="{FF2B5EF4-FFF2-40B4-BE49-F238E27FC236}">
                      <a16:creationId id="{4C61BD03-02F7-BC01-A599-FB2D548596A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2855337" y="2054225"/>
                  <a:ext cx="2091454" cy="11869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Streamlined Forms</a:t>
                  </a:r>
                </a:p>
              </p:txBody>
            </p:sp>
            <p:sp>
              <p:nvSpPr>
                <p:cNvPr descr="cc1a70af-00b0-45ea-b295-81fb1d16823e" id="75" name="Text2">
                  <a:extLst>
                    <a:ext uri="{FF2B5EF4-FFF2-40B4-BE49-F238E27FC236}">
                      <a16:creationId id="{825BD967-442A-0B0E-FEDA-2AA876A4BDF6}"/>
                    </a:ext>
                  </a:extLst>
                </p:cNvPr>
                <p:cNvSpPr/>
                <p:nvPr/>
              </p:nvSpPr>
              <p:spPr>
                <a:xfrm flipH="false" flipV="false">
                  <a:off x="2855337" y="3241213"/>
                  <a:ext cx="2091454" cy="149411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latin typeface="Arial"/>
                    </a:rPr>
                    <a:t>Symbolized modernity and elegance.</a:t>
                  </a:r>
                </a:p>
              </p:txBody>
            </p:sp>
          </p:grpSp>
          <p:sp>
            <p:nvSpPr>
              <p:cNvPr descr="24d306b9-e7f0-4c07-ae26-ae66f56a4fb6" id="4" name="Number2">
                <a:extLst>
                  <a:ext uri="{FF2B5EF4-FFF2-40B4-BE49-F238E27FC236}">
                    <a16:creationId id="{3237F3B7-F612-E16C-A49F-9B81D8767BE2}"/>
                  </a:ext>
                </a:extLst>
              </p:cNvPr>
              <p:cNvSpPr/>
              <p:nvPr/>
            </p:nvSpPr>
            <p:spPr bwMode="auto">
              <a:xfrm flipH="false" flipV="false">
                <a:off x="3505022" y="4981637"/>
                <a:ext cx="792083" cy="480914"/>
              </a:xfrm>
              <a:custGeom>
                <a:avLst/>
                <a:gdLst>
                  <a:gd fmla="*/ 1871018 w 1879475" name="connsiteX0"/>
                  <a:gd fmla="*/ 279476 h 344249" name="connsiteY0"/>
                  <a:gd fmla="*/ 1853484 w 1879475" name="connsiteX1"/>
                  <a:gd fmla="*/ 270709 h 344249" name="connsiteY1"/>
                  <a:gd fmla="*/ 1879784 w 1879475" name="connsiteX2"/>
                  <a:gd fmla="*/ 266219 h 344249" name="connsiteY2"/>
                  <a:gd fmla="*/ 1844718 w 1879475" name="connsiteX3"/>
                  <a:gd fmla="*/ 252962 h 344249" name="connsiteY3"/>
                  <a:gd fmla="*/ 1849208 w 1879475" name="connsiteX4"/>
                  <a:gd fmla="*/ 248472 h 344249" name="connsiteY4"/>
                  <a:gd fmla="*/ 1840442 w 1879475" name="connsiteX5"/>
                  <a:gd fmla="*/ 239705 h 344249" name="connsiteY5"/>
                  <a:gd fmla="*/ 1844718 w 1879475" name="connsiteX6"/>
                  <a:gd fmla="*/ 235215 h 344249" name="connsiteY6"/>
                  <a:gd fmla="*/ 1827185 w 1879475" name="connsiteX7"/>
                  <a:gd fmla="*/ 226448 h 344249" name="connsiteY7"/>
                  <a:gd fmla="*/ 1862251 w 1879475" name="connsiteX8"/>
                  <a:gd fmla="*/ 226448 h 344249" name="connsiteY8"/>
                  <a:gd fmla="*/ 1831461 w 1879475" name="connsiteX9"/>
                  <a:gd fmla="*/ 217682 h 344249" name="connsiteY9"/>
                  <a:gd fmla="*/ 1866527 w 1879475" name="connsiteX10"/>
                  <a:gd fmla="*/ 213192 h 344249" name="connsiteY10"/>
                  <a:gd fmla="*/ 1840228 w 1879475" name="connsiteX11"/>
                  <a:gd fmla="*/ 204425 h 344249" name="connsiteY11"/>
                  <a:gd fmla="*/ 1871018 w 1879475" name="connsiteX12"/>
                  <a:gd fmla="*/ 204425 h 344249" name="connsiteY12"/>
                  <a:gd fmla="*/ 1848995 w 1879475" name="connsiteX13"/>
                  <a:gd fmla="*/ 195658 h 344249" name="connsiteY13"/>
                  <a:gd fmla="*/ 1857760 w 1879475" name="connsiteX14"/>
                  <a:gd fmla="*/ 195658 h 344249" name="connsiteY14"/>
                  <a:gd fmla="*/ 1853271 w 1879475" name="connsiteX15"/>
                  <a:gd fmla="*/ 191168 h 344249" name="connsiteY15"/>
                  <a:gd fmla="*/ 1857760 w 1879475" name="connsiteX16"/>
                  <a:gd fmla="*/ 186678 h 344249" name="connsiteY16"/>
                  <a:gd fmla="*/ 1822694 w 1879475" name="connsiteX17"/>
                  <a:gd fmla="*/ 173421 h 344249" name="connsiteY17"/>
                  <a:gd fmla="*/ 1848995 w 1879475" name="connsiteX18"/>
                  <a:gd fmla="*/ 173421 h 344249" name="connsiteY18"/>
                  <a:gd fmla="*/ 1831461 w 1879475" name="connsiteX19"/>
                  <a:gd fmla="*/ 160164 h 344249" name="connsiteY19"/>
                  <a:gd fmla="*/ 1717495 w 1879475" name="connsiteX20"/>
                  <a:gd fmla="*/ 124884 h 344249" name="connsiteY20"/>
                  <a:gd fmla="*/ 1743795 w 1879475" name="connsiteX21"/>
                  <a:gd fmla="*/ 124884 h 344249" name="connsiteY21"/>
                  <a:gd fmla="*/ 1726261 w 1879475" name="connsiteX22"/>
                  <a:gd fmla="*/ 116117 h 344249" name="connsiteY22"/>
                  <a:gd fmla="*/ 1739518 w 1879475" name="connsiteX23"/>
                  <a:gd fmla="*/ 116117 h 344249" name="connsiteY23"/>
                  <a:gd fmla="*/ 1673662 w 1879475" name="connsiteX24"/>
                  <a:gd fmla="*/ 102861 h 344249" name="connsiteY24"/>
                  <a:gd fmla="*/ 1708729 w 1879475" name="connsiteX25"/>
                  <a:gd fmla="*/ 102861 h 344249" name="connsiteY25"/>
                  <a:gd fmla="*/ 1708729 w 1879475" name="connsiteX26"/>
                  <a:gd fmla="*/ 98370 h 344249" name="connsiteY26"/>
                  <a:gd fmla="*/ 1735028 w 1879475" name="connsiteX27"/>
                  <a:gd fmla="*/ 102861 h 344249" name="connsiteY27"/>
                  <a:gd fmla="*/ 1713005 w 1879475" name="connsiteX28"/>
                  <a:gd fmla="*/ 89604 h 344249" name="connsiteY28"/>
                  <a:gd fmla="*/ 1721772 w 1879475" name="connsiteX29"/>
                  <a:gd fmla="*/ 89604 h 344249" name="connsiteY29"/>
                  <a:gd fmla="*/ 1515649 w 1879475" name="connsiteX30"/>
                  <a:gd fmla="*/ 58814 h 344249" name="connsiteY30"/>
                  <a:gd fmla="*/ 1511159 w 1879475" name="connsiteX31"/>
                  <a:gd fmla="*/ 58814 h 344249" name="connsiteY31"/>
                  <a:gd fmla="*/ 1686492 w 1879475" name="connsiteX32"/>
                  <a:gd fmla="*/ 72071 h 344249" name="connsiteY32"/>
                  <a:gd fmla="*/ 1423493 w 1879475" name="connsiteX33"/>
                  <a:gd fmla="*/ 50047 h 344249" name="connsiteY33"/>
                  <a:gd fmla="*/ 1463050 w 1879475" name="connsiteX34"/>
                  <a:gd fmla="*/ 54537 h 344249" name="connsiteY34"/>
                  <a:gd fmla="*/ 1270184 w 1879475" name="connsiteX35"/>
                  <a:gd fmla="*/ 41280 h 344249" name="connsiteY35"/>
                  <a:gd fmla="*/ 1261417 w 1879475" name="connsiteX36"/>
                  <a:gd fmla="*/ 36790 h 344249" name="connsiteY36"/>
                  <a:gd fmla="*/ 1261417 w 1879475" name="connsiteX37"/>
                  <a:gd fmla="*/ 41280 h 344249" name="connsiteY37"/>
                  <a:gd fmla="*/ 1112385 w 1879475" name="connsiteX38"/>
                  <a:gd fmla="*/ 32514 h 344249" name="connsiteY38"/>
                  <a:gd fmla="*/ 1125642 w 1879475" name="connsiteX39"/>
                  <a:gd fmla="*/ 32514 h 344249" name="connsiteY39"/>
                  <a:gd fmla="*/ 1037976 w 1879475" name="connsiteX40"/>
                  <a:gd fmla="*/ 32514 h 344249" name="connsiteY40"/>
                  <a:gd fmla="*/ 1042252 w 1879475" name="connsiteX41"/>
                  <a:gd fmla="*/ 32514 h 344249" name="connsiteY41"/>
                  <a:gd fmla="*/ 998419 w 1879475" name="connsiteX42"/>
                  <a:gd fmla="*/ 32514 h 344249" name="connsiteY42"/>
                  <a:gd fmla="*/ 1015953 w 1879475" name="connsiteX43"/>
                  <a:gd fmla="*/ 28024 h 344249" name="connsiteY43"/>
                  <a:gd fmla="*/ 730931 w 1879475" name="connsiteX44"/>
                  <a:gd fmla="*/ 28024 h 344249" name="connsiteY44"/>
                  <a:gd fmla="*/ 717674 w 1879475" name="connsiteX45"/>
                  <a:gd fmla="*/ 32514 h 344249" name="connsiteY45"/>
                  <a:gd fmla="*/ 529085 w 1879475" name="connsiteX46"/>
                  <a:gd fmla="*/ 32514 h 344249" name="connsiteY46"/>
                  <a:gd fmla="*/ 730717 w 1879475" name="connsiteX47"/>
                  <a:gd fmla="*/ 19257 h 344249" name="connsiteY47"/>
                  <a:gd fmla="*/ 1147238 w 1879475" name="connsiteX48"/>
                  <a:gd fmla="*/ 19257 h 344249" name="connsiteY48"/>
                  <a:gd fmla="*/ 1633892 w 1879475" name="connsiteX49"/>
                  <a:gd fmla="*/ 58814 h 344249" name="connsiteY49"/>
                  <a:gd fmla="*/ 1625125 w 1879475" name="connsiteX50"/>
                  <a:gd fmla="*/ 50047 h 344249" name="connsiteY50"/>
                  <a:gd fmla="*/ 1028995 w 1879475" name="connsiteX51"/>
                  <a:gd fmla="*/ 14767 h 344249" name="connsiteY51"/>
                  <a:gd fmla="*/ 511766 w 1879475" name="connsiteX52"/>
                  <a:gd fmla="*/ 19257 h 344249" name="connsiteY52"/>
                  <a:gd fmla="*/ 1270184 w 1879475" name="connsiteX53"/>
                  <a:gd fmla="*/ 14767 h 344249" name="connsiteY53"/>
                  <a:gd fmla="*/ 1599038 w 1879475" name="connsiteX54"/>
                  <a:gd fmla="*/ 41067 h 344249" name="connsiteY54"/>
                  <a:gd fmla="*/ 1708729 w 1879475" name="connsiteX55"/>
                  <a:gd fmla="*/ 58600 h 344249" name="connsiteY55"/>
                  <a:gd fmla="*/ 1708729 w 1879475" name="connsiteX56"/>
                  <a:gd fmla="*/ 54110 h 344249" name="connsiteY56"/>
                  <a:gd fmla="*/ 1410664 w 1879475" name="connsiteX57"/>
                  <a:gd fmla="*/ 18829 h 344249" name="connsiteY57"/>
                  <a:gd fmla="*/ 1353574 w 1879475" name="connsiteX58"/>
                  <a:gd fmla="*/ 18829 h 344249" name="connsiteY58"/>
                  <a:gd fmla="*/ 1011676 w 1879475" name="connsiteX59"/>
                  <a:gd fmla="*/ 1296 h 344249" name="connsiteY59"/>
                  <a:gd fmla="*/ 853877 w 1879475" name="connsiteX60"/>
                  <a:gd fmla="*/ 1296 h 344249" name="connsiteY60"/>
                  <a:gd fmla="*/ 717888 w 1879475" name="connsiteX61"/>
                  <a:gd fmla="*/ 1296 h 344249" name="connsiteY61"/>
                  <a:gd fmla="*/ 577622 w 1879475" name="connsiteX62"/>
                  <a:gd fmla="*/ 10063 h 344249" name="connsiteY62"/>
                  <a:gd fmla="*/ 34092 w 1879475" name="connsiteX63"/>
                  <a:gd fmla="*/ 36363 h 344249" name="connsiteY63"/>
                  <a:gd fmla="*/ 7793 w 1879475" name="connsiteX64"/>
                  <a:gd fmla="*/ 49619 h 344249" name="connsiteY64"/>
                  <a:gd fmla="*/ 3302 w 1879475" name="connsiteX65"/>
                  <a:gd fmla="*/ 58386 h 344249" name="connsiteY65"/>
                  <a:gd fmla="*/ 7793 w 1879475" name="connsiteX66"/>
                  <a:gd fmla="*/ 67153 h 344249" name="connsiteY66"/>
                  <a:gd fmla="*/ 16559 w 1879475" name="connsiteX67"/>
                  <a:gd fmla="*/ 67153 h 344249" name="connsiteY67"/>
                  <a:gd fmla="*/ 3302 w 1879475" name="connsiteX68"/>
                  <a:gd fmla="*/ 75919 h 344249" name="connsiteY68"/>
                  <a:gd fmla="*/ 12069 w 1879475" name="connsiteX69"/>
                  <a:gd fmla="*/ 89176 h 344249" name="connsiteY69"/>
                  <a:gd fmla="*/ 12069 w 1879475" name="connsiteX70"/>
                  <a:gd fmla="*/ 89176 h 344249" name="connsiteY70"/>
                  <a:gd fmla="*/ 25326 w 1879475" name="connsiteX71"/>
                  <a:gd fmla="*/ 89176 h 344249" name="connsiteY71"/>
                  <a:gd fmla="*/ 7793 w 1879475" name="connsiteX72"/>
                  <a:gd fmla="*/ 106709 h 344249" name="connsiteY72"/>
                  <a:gd fmla="*/ 7793 w 1879475" name="connsiteX73"/>
                  <a:gd fmla="*/ 163799 h 344249" name="connsiteY73"/>
                  <a:gd fmla="*/ 16559 w 1879475" name="connsiteX74"/>
                  <a:gd fmla="*/ 172566 h 344249" name="connsiteY74"/>
                  <a:gd fmla="*/ 7793 w 1879475" name="connsiteX75"/>
                  <a:gd fmla="*/ 181332 h 344249" name="connsiteY75"/>
                  <a:gd fmla="*/ 12283 w 1879475" name="connsiteX76"/>
                  <a:gd fmla="*/ 185823 h 344249" name="connsiteY76"/>
                  <a:gd fmla="*/ 7793 w 1879475" name="connsiteX77"/>
                  <a:gd fmla="*/ 190313 h 344249" name="connsiteY77"/>
                  <a:gd fmla="*/ 12283 w 1879475" name="connsiteX78"/>
                  <a:gd fmla="*/ 190313 h 344249" name="connsiteY78"/>
                  <a:gd fmla="*/ 7793 w 1879475" name="connsiteX79"/>
                  <a:gd fmla="*/ 221103 h 344249" name="connsiteY79"/>
                  <a:gd fmla="*/ 29816 w 1879475" name="connsiteX80"/>
                  <a:gd fmla="*/ 251893 h 344249" name="connsiteY80"/>
                  <a:gd fmla="*/ 25326 w 1879475" name="connsiteX81"/>
                  <a:gd fmla="*/ 256383 h 344249" name="connsiteY81"/>
                  <a:gd fmla="*/ 12069 w 1879475" name="connsiteX82"/>
                  <a:gd fmla="*/ 269640 h 344249" name="connsiteY82"/>
                  <a:gd fmla="*/ 34092 w 1879475" name="connsiteX83"/>
                  <a:gd fmla="*/ 287173 h 344249" name="connsiteY83"/>
                  <a:gd fmla="*/ 20835 w 1879475" name="connsiteX84"/>
                  <a:gd fmla="*/ 291663 h 344249" name="connsiteY84"/>
                  <a:gd fmla="*/ 55902 w 1879475" name="connsiteX85"/>
                  <a:gd fmla="*/ 300430 h 344249" name="connsiteY85"/>
                  <a:gd fmla="*/ 560089 w 1879475" name="connsiteX86"/>
                  <a:gd fmla="*/ 309197 h 344249" name="connsiteY86"/>
                  <a:gd fmla="*/ 866920 w 1879475" name="connsiteX87"/>
                  <a:gd fmla="*/ 304706 h 344249" name="connsiteY87"/>
                  <a:gd fmla="*/ 1195775 w 1879475" name="connsiteX88"/>
                  <a:gd fmla="*/ 313473 h 344249" name="connsiteY88"/>
                  <a:gd fmla="*/ 1673662 w 1879475" name="connsiteX89"/>
                  <a:gd fmla="*/ 344263 h 344249" name="connsiteY89"/>
                  <a:gd fmla="*/ 1813927 w 1879475" name="connsiteX90"/>
                  <a:gd fmla="*/ 339773 h 344249" name="connsiteY90"/>
                  <a:gd fmla="*/ 1761328 w 1879475" name="connsiteX91"/>
                  <a:gd fmla="*/ 335283 h 344249" name="connsiteY91"/>
                  <a:gd fmla="*/ 1761328 w 1879475" name="connsiteX92"/>
                  <a:gd fmla="*/ 335283 h 344249" name="connsiteY92"/>
                  <a:gd fmla="*/ 1857760 w 1879475" name="connsiteX93"/>
                  <a:gd fmla="*/ 326516 h 344249" name="connsiteY93"/>
                  <a:gd fmla="*/ 1840228 w 1879475" name="connsiteX94"/>
                  <a:gd fmla="*/ 317750 h 344249" name="connsiteY94"/>
                  <a:gd fmla="*/ 1871018 w 1879475" name="connsiteX95"/>
                  <a:gd fmla="*/ 317750 h 344249" name="connsiteY95"/>
                  <a:gd fmla="*/ 1805161 w 1879475" name="connsiteX96"/>
                  <a:gd fmla="*/ 300216 h 344249" name="connsiteY96"/>
                  <a:gd fmla="*/ 1831461 w 1879475" name="connsiteX97"/>
                  <a:gd fmla="*/ 300216 h 344249" name="connsiteY97"/>
                  <a:gd fmla="*/ 1831461 w 1879475" name="connsiteX98"/>
                  <a:gd fmla="*/ 295726 h 344249" name="connsiteY98"/>
                  <a:gd fmla="*/ 1831461 w 1879475" name="connsiteX99"/>
                  <a:gd fmla="*/ 291236 h 344249" name="connsiteY99"/>
                  <a:gd fmla="*/ 1875294 w 1879475" name="connsiteX100"/>
                  <a:gd fmla="*/ 286746 h 344249" name="connsiteY100"/>
                  <a:gd fmla="*/ 1853271 w 1879475" name="connsiteX101"/>
                  <a:gd fmla="*/ 282255 h 344249" name="connsiteY101"/>
                  <a:gd fmla="*/ 1871018 w 1879475" name="connsiteX102"/>
                  <a:gd fmla="*/ 279476 h 344249" name="connsiteY102"/>
                  <a:gd fmla="*/ 1871018 w 1879475" name="connsiteX103"/>
                  <a:gd fmla="*/ 279476 h 344249" name="connsiteY103"/>
                  <a:gd fmla="*/ 490170 w 1879475" name="connsiteX104"/>
                  <a:gd fmla="*/ 33155 h 344249" name="connsiteY104"/>
                  <a:gd fmla="*/ 498937 w 1879475" name="connsiteX105"/>
                  <a:gd fmla="*/ 33155 h 344249" name="connsiteY105"/>
                  <a:gd fmla="*/ 490170 w 1879475" name="connsiteX106"/>
                  <a:gd fmla="*/ 33155 h 344249" name="connsiteY106"/>
                  <a:gd fmla="*/ 490170 w 1879475" name="connsiteX107"/>
                  <a:gd fmla="*/ 33155 h 344249" name="connsiteY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b="b" l="l" r="r" t="t"/>
                <a:pathLst>
                  <a:path h="344249" w="1879475">
                    <a:moveTo>
                      <a:pt x="1871018" y="279476"/>
                    </a:moveTo>
                    <a:cubicBezTo>
                      <a:pt x="1853484" y="270709"/>
                      <a:pt x="1853484" y="270709"/>
                      <a:pt x="1853484" y="270709"/>
                    </a:cubicBezTo>
                    <a:cubicBezTo>
                      <a:pt x="1857974" y="261942"/>
                      <a:pt x="1871018" y="270709"/>
                      <a:pt x="1879784" y="266219"/>
                    </a:cubicBezTo>
                    <a:cubicBezTo>
                      <a:pt x="1871018" y="257452"/>
                      <a:pt x="1853484" y="257452"/>
                      <a:pt x="1844718" y="252962"/>
                    </a:cubicBezTo>
                    <a:cubicBezTo>
                      <a:pt x="1844718" y="248472"/>
                      <a:pt x="1844718" y="248472"/>
                      <a:pt x="1849208" y="248472"/>
                    </a:cubicBezTo>
                    <a:cubicBezTo>
                      <a:pt x="1840442" y="239705"/>
                      <a:pt x="1840442" y="239705"/>
                      <a:pt x="1840442" y="239705"/>
                    </a:cubicBezTo>
                    <a:cubicBezTo>
                      <a:pt x="1840442" y="239705"/>
                      <a:pt x="1840442" y="235215"/>
                      <a:pt x="1844718" y="235215"/>
                    </a:cubicBezTo>
                    <a:cubicBezTo>
                      <a:pt x="1840442" y="230725"/>
                      <a:pt x="1831461" y="230725"/>
                      <a:pt x="1827185" y="226448"/>
                    </a:cubicBezTo>
                    <a:cubicBezTo>
                      <a:pt x="1862251" y="226448"/>
                      <a:pt x="1862251" y="226448"/>
                      <a:pt x="1862251" y="226448"/>
                    </a:cubicBezTo>
                    <a:cubicBezTo>
                      <a:pt x="1853484" y="221958"/>
                      <a:pt x="1840228" y="221958"/>
                      <a:pt x="1831461" y="217682"/>
                    </a:cubicBezTo>
                    <a:cubicBezTo>
                      <a:pt x="1840228" y="222172"/>
                      <a:pt x="1857760" y="217682"/>
                      <a:pt x="1866527" y="213192"/>
                    </a:cubicBezTo>
                    <a:cubicBezTo>
                      <a:pt x="1857760" y="213192"/>
                      <a:pt x="1848995" y="208701"/>
                      <a:pt x="1840228" y="204425"/>
                    </a:cubicBezTo>
                    <a:cubicBezTo>
                      <a:pt x="1871018" y="204425"/>
                      <a:pt x="1871018" y="204425"/>
                      <a:pt x="1871018" y="204425"/>
                    </a:cubicBezTo>
                    <a:cubicBezTo>
                      <a:pt x="1862251" y="204425"/>
                      <a:pt x="1853484" y="204425"/>
                      <a:pt x="1848995" y="195658"/>
                    </a:cubicBezTo>
                    <a:cubicBezTo>
                      <a:pt x="1857760" y="195658"/>
                      <a:pt x="1857760" y="195658"/>
                      <a:pt x="1857760" y="195658"/>
                    </a:cubicBezTo>
                    <a:cubicBezTo>
                      <a:pt x="1857760" y="195658"/>
                      <a:pt x="1857760" y="191168"/>
                      <a:pt x="1853271" y="191168"/>
                    </a:cubicBezTo>
                    <a:cubicBezTo>
                      <a:pt x="1857760" y="186678"/>
                      <a:pt x="1857760" y="186678"/>
                      <a:pt x="1857760" y="186678"/>
                    </a:cubicBezTo>
                    <a:cubicBezTo>
                      <a:pt x="1822694" y="173421"/>
                      <a:pt x="1822694" y="173421"/>
                      <a:pt x="1822694" y="173421"/>
                    </a:cubicBezTo>
                    <a:cubicBezTo>
                      <a:pt x="1831461" y="168931"/>
                      <a:pt x="1840228" y="168931"/>
                      <a:pt x="1848995" y="173421"/>
                    </a:cubicBezTo>
                    <a:cubicBezTo>
                      <a:pt x="1844504" y="164654"/>
                      <a:pt x="1831461" y="168931"/>
                      <a:pt x="1831461" y="160164"/>
                    </a:cubicBezTo>
                    <a:cubicBezTo>
                      <a:pt x="1796395" y="146907"/>
                      <a:pt x="1756838" y="138141"/>
                      <a:pt x="1717495" y="124884"/>
                    </a:cubicBezTo>
                    <a:cubicBezTo>
                      <a:pt x="1726261" y="120394"/>
                      <a:pt x="1739518" y="129374"/>
                      <a:pt x="1743795" y="124884"/>
                    </a:cubicBezTo>
                    <a:cubicBezTo>
                      <a:pt x="1726261" y="116117"/>
                      <a:pt x="1726261" y="116117"/>
                      <a:pt x="1726261" y="116117"/>
                    </a:cubicBezTo>
                    <a:cubicBezTo>
                      <a:pt x="1730752" y="116117"/>
                      <a:pt x="1735028" y="116117"/>
                      <a:pt x="1739518" y="116117"/>
                    </a:cubicBezTo>
                    <a:cubicBezTo>
                      <a:pt x="1673662" y="102861"/>
                      <a:pt x="1673662" y="102861"/>
                      <a:pt x="1673662" y="102861"/>
                    </a:cubicBezTo>
                    <a:cubicBezTo>
                      <a:pt x="1686919" y="94094"/>
                      <a:pt x="1699962" y="107351"/>
                      <a:pt x="1708729" y="102861"/>
                    </a:cubicBezTo>
                    <a:cubicBezTo>
                      <a:pt x="1708729" y="102861"/>
                      <a:pt x="1704238" y="102861"/>
                      <a:pt x="1708729" y="98370"/>
                    </a:cubicBezTo>
                    <a:cubicBezTo>
                      <a:pt x="1713219" y="98370"/>
                      <a:pt x="1726261" y="98370"/>
                      <a:pt x="1735028" y="102861"/>
                    </a:cubicBezTo>
                    <a:cubicBezTo>
                      <a:pt x="1726261" y="98370"/>
                      <a:pt x="1721772" y="98370"/>
                      <a:pt x="1713005" y="89604"/>
                    </a:cubicBezTo>
                    <a:cubicBezTo>
                      <a:pt x="1717495" y="89604"/>
                      <a:pt x="1717495" y="89604"/>
                      <a:pt x="1721772" y="89604"/>
                    </a:cubicBezTo>
                    <a:cubicBezTo>
                      <a:pt x="1655915" y="72071"/>
                      <a:pt x="1585782" y="67580"/>
                      <a:pt x="1515649" y="58814"/>
                    </a:cubicBezTo>
                    <a:cubicBezTo>
                      <a:pt x="1511159" y="58814"/>
                      <a:pt x="1511159" y="58814"/>
                      <a:pt x="1511159" y="58814"/>
                    </a:cubicBezTo>
                    <a:cubicBezTo>
                      <a:pt x="1568249" y="58814"/>
                      <a:pt x="1638382" y="67580"/>
                      <a:pt x="1686492" y="72071"/>
                    </a:cubicBezTo>
                    <a:cubicBezTo>
                      <a:pt x="1603102" y="54537"/>
                      <a:pt x="1511159" y="45771"/>
                      <a:pt x="1423493" y="50047"/>
                    </a:cubicBezTo>
                    <a:cubicBezTo>
                      <a:pt x="1463050" y="54537"/>
                      <a:pt x="1463050" y="54537"/>
                      <a:pt x="1463050" y="54537"/>
                    </a:cubicBezTo>
                    <a:cubicBezTo>
                      <a:pt x="1397193" y="59028"/>
                      <a:pt x="1331551" y="41280"/>
                      <a:pt x="1270184" y="41280"/>
                    </a:cubicBezTo>
                    <a:cubicBezTo>
                      <a:pt x="1261417" y="36790"/>
                      <a:pt x="1261417" y="36790"/>
                      <a:pt x="1261417" y="36790"/>
                    </a:cubicBezTo>
                    <a:cubicBezTo>
                      <a:pt x="1256927" y="36790"/>
                      <a:pt x="1265694" y="36790"/>
                      <a:pt x="1261417" y="41280"/>
                    </a:cubicBezTo>
                    <a:cubicBezTo>
                      <a:pt x="1112385" y="32514"/>
                      <a:pt x="1112385" y="32514"/>
                      <a:pt x="1112385" y="32514"/>
                    </a:cubicBezTo>
                    <a:cubicBezTo>
                      <a:pt x="1116876" y="32514"/>
                      <a:pt x="1121152" y="32514"/>
                      <a:pt x="1125642" y="32514"/>
                    </a:cubicBezTo>
                    <a:cubicBezTo>
                      <a:pt x="1099342" y="28024"/>
                      <a:pt x="1064276" y="32514"/>
                      <a:pt x="1037976" y="32514"/>
                    </a:cubicBezTo>
                    <a:cubicBezTo>
                      <a:pt x="1042252" y="32514"/>
                      <a:pt x="1042252" y="32514"/>
                      <a:pt x="1042252" y="32514"/>
                    </a:cubicBezTo>
                    <a:cubicBezTo>
                      <a:pt x="1028995" y="32514"/>
                      <a:pt x="1011462" y="37004"/>
                      <a:pt x="998419" y="32514"/>
                    </a:cubicBezTo>
                    <a:cubicBezTo>
                      <a:pt x="1002909" y="32514"/>
                      <a:pt x="1011676" y="28024"/>
                      <a:pt x="1015953" y="28024"/>
                    </a:cubicBezTo>
                    <a:cubicBezTo>
                      <a:pt x="919520" y="23533"/>
                      <a:pt x="831854" y="28024"/>
                      <a:pt x="730931" y="28024"/>
                    </a:cubicBezTo>
                    <a:cubicBezTo>
                      <a:pt x="717674" y="32514"/>
                      <a:pt x="717674" y="32514"/>
                      <a:pt x="717674" y="32514"/>
                    </a:cubicBezTo>
                    <a:cubicBezTo>
                      <a:pt x="656308" y="32514"/>
                      <a:pt x="594941" y="28024"/>
                      <a:pt x="529085" y="32514"/>
                    </a:cubicBezTo>
                    <a:cubicBezTo>
                      <a:pt x="594941" y="19257"/>
                      <a:pt x="660584" y="23747"/>
                      <a:pt x="730717" y="19257"/>
                    </a:cubicBezTo>
                    <a:cubicBezTo>
                      <a:pt x="1147238" y="19257"/>
                      <a:pt x="1147238" y="19257"/>
                      <a:pt x="1147238" y="19257"/>
                    </a:cubicBezTo>
                    <a:cubicBezTo>
                      <a:pt x="1318294" y="32514"/>
                      <a:pt x="1467326" y="36790"/>
                      <a:pt x="1633892" y="58814"/>
                    </a:cubicBezTo>
                    <a:cubicBezTo>
                      <a:pt x="1633892" y="54324"/>
                      <a:pt x="1629615" y="54324"/>
                      <a:pt x="1625125" y="50047"/>
                    </a:cubicBezTo>
                    <a:cubicBezTo>
                      <a:pt x="1423493" y="32514"/>
                      <a:pt x="1234904" y="14767"/>
                      <a:pt x="1028995" y="14767"/>
                    </a:cubicBezTo>
                    <a:cubicBezTo>
                      <a:pt x="857940" y="6000"/>
                      <a:pt x="682607" y="19257"/>
                      <a:pt x="511766" y="19257"/>
                    </a:cubicBezTo>
                    <a:cubicBezTo>
                      <a:pt x="761721" y="1724"/>
                      <a:pt x="1015953" y="6000"/>
                      <a:pt x="1270184" y="14767"/>
                    </a:cubicBezTo>
                    <a:cubicBezTo>
                      <a:pt x="1599038" y="41067"/>
                      <a:pt x="1599038" y="41067"/>
                      <a:pt x="1599038" y="41067"/>
                    </a:cubicBezTo>
                    <a:cubicBezTo>
                      <a:pt x="1708729" y="58600"/>
                      <a:pt x="1708729" y="58600"/>
                      <a:pt x="1708729" y="58600"/>
                    </a:cubicBezTo>
                    <a:cubicBezTo>
                      <a:pt x="1708729" y="54110"/>
                      <a:pt x="1708729" y="54110"/>
                      <a:pt x="1708729" y="54110"/>
                    </a:cubicBezTo>
                    <a:cubicBezTo>
                      <a:pt x="1603529" y="32086"/>
                      <a:pt x="1515863" y="32086"/>
                      <a:pt x="1410664" y="18829"/>
                    </a:cubicBezTo>
                    <a:cubicBezTo>
                      <a:pt x="1388640" y="27596"/>
                      <a:pt x="1371107" y="10063"/>
                      <a:pt x="1353574" y="18829"/>
                    </a:cubicBezTo>
                    <a:cubicBezTo>
                      <a:pt x="1243885" y="5573"/>
                      <a:pt x="1121152" y="10063"/>
                      <a:pt x="1011676" y="1296"/>
                    </a:cubicBezTo>
                    <a:cubicBezTo>
                      <a:pt x="959076" y="5786"/>
                      <a:pt x="906477" y="-3194"/>
                      <a:pt x="853877" y="1296"/>
                    </a:cubicBezTo>
                    <a:cubicBezTo>
                      <a:pt x="717888" y="1296"/>
                      <a:pt x="717888" y="1296"/>
                      <a:pt x="717888" y="1296"/>
                    </a:cubicBezTo>
                    <a:cubicBezTo>
                      <a:pt x="674055" y="5786"/>
                      <a:pt x="625732" y="10063"/>
                      <a:pt x="577622" y="10063"/>
                    </a:cubicBezTo>
                    <a:cubicBezTo>
                      <a:pt x="397800" y="18829"/>
                      <a:pt x="226958" y="10063"/>
                      <a:pt x="34092" y="36363"/>
                    </a:cubicBezTo>
                    <a:cubicBezTo>
                      <a:pt x="7793" y="49619"/>
                      <a:pt x="7793" y="49619"/>
                      <a:pt x="7793" y="49619"/>
                    </a:cubicBezTo>
                    <a:cubicBezTo>
                      <a:pt x="12283" y="54110"/>
                      <a:pt x="7793" y="54110"/>
                      <a:pt x="3302" y="58386"/>
                    </a:cubicBezTo>
                    <a:cubicBezTo>
                      <a:pt x="7793" y="58386"/>
                      <a:pt x="7793" y="62876"/>
                      <a:pt x="7793" y="67153"/>
                    </a:cubicBezTo>
                    <a:cubicBezTo>
                      <a:pt x="12283" y="67153"/>
                      <a:pt x="16559" y="62662"/>
                      <a:pt x="16559" y="67153"/>
                    </a:cubicBezTo>
                    <a:cubicBezTo>
                      <a:pt x="12069" y="71643"/>
                      <a:pt x="7793" y="75919"/>
                      <a:pt x="3302" y="75919"/>
                    </a:cubicBezTo>
                    <a:cubicBezTo>
                      <a:pt x="3302" y="84686"/>
                      <a:pt x="12069" y="84686"/>
                      <a:pt x="12069" y="89176"/>
                    </a:cubicBezTo>
                    <a:lnTo>
                      <a:pt x="12069" y="89176"/>
                    </a:lnTo>
                    <a:cubicBezTo>
                      <a:pt x="16559" y="89176"/>
                      <a:pt x="20835" y="89176"/>
                      <a:pt x="25326" y="89176"/>
                    </a:cubicBezTo>
                    <a:cubicBezTo>
                      <a:pt x="16559" y="93666"/>
                      <a:pt x="16559" y="102433"/>
                      <a:pt x="7793" y="106709"/>
                    </a:cubicBezTo>
                    <a:cubicBezTo>
                      <a:pt x="7793" y="128733"/>
                      <a:pt x="-9741" y="146266"/>
                      <a:pt x="7793" y="163799"/>
                    </a:cubicBezTo>
                    <a:cubicBezTo>
                      <a:pt x="3302" y="172566"/>
                      <a:pt x="16559" y="168289"/>
                      <a:pt x="16559" y="172566"/>
                    </a:cubicBezTo>
                    <a:cubicBezTo>
                      <a:pt x="16559" y="177056"/>
                      <a:pt x="12069" y="177056"/>
                      <a:pt x="7793" y="181332"/>
                    </a:cubicBezTo>
                    <a:cubicBezTo>
                      <a:pt x="12283" y="185823"/>
                      <a:pt x="12283" y="185823"/>
                      <a:pt x="12283" y="185823"/>
                    </a:cubicBezTo>
                    <a:cubicBezTo>
                      <a:pt x="16773" y="185823"/>
                      <a:pt x="12283" y="185823"/>
                      <a:pt x="7793" y="190313"/>
                    </a:cubicBezTo>
                    <a:cubicBezTo>
                      <a:pt x="12283" y="190313"/>
                      <a:pt x="12283" y="190313"/>
                      <a:pt x="12283" y="190313"/>
                    </a:cubicBezTo>
                    <a:cubicBezTo>
                      <a:pt x="-974" y="199080"/>
                      <a:pt x="12283" y="212336"/>
                      <a:pt x="7793" y="221103"/>
                    </a:cubicBezTo>
                    <a:cubicBezTo>
                      <a:pt x="7793" y="234360"/>
                      <a:pt x="12283" y="251893"/>
                      <a:pt x="29816" y="251893"/>
                    </a:cubicBezTo>
                    <a:cubicBezTo>
                      <a:pt x="25326" y="256383"/>
                      <a:pt x="25326" y="256383"/>
                      <a:pt x="25326" y="256383"/>
                    </a:cubicBezTo>
                    <a:cubicBezTo>
                      <a:pt x="16559" y="256383"/>
                      <a:pt x="12069" y="260873"/>
                      <a:pt x="12069" y="269640"/>
                    </a:cubicBezTo>
                    <a:cubicBezTo>
                      <a:pt x="16559" y="278407"/>
                      <a:pt x="25326" y="282897"/>
                      <a:pt x="34092" y="287173"/>
                    </a:cubicBezTo>
                    <a:cubicBezTo>
                      <a:pt x="20835" y="291663"/>
                      <a:pt x="20835" y="291663"/>
                      <a:pt x="20835" y="291663"/>
                    </a:cubicBezTo>
                    <a:cubicBezTo>
                      <a:pt x="55902" y="300430"/>
                      <a:pt x="55902" y="300430"/>
                      <a:pt x="55902" y="300430"/>
                    </a:cubicBezTo>
                    <a:cubicBezTo>
                      <a:pt x="218191" y="317963"/>
                      <a:pt x="397800" y="322453"/>
                      <a:pt x="560089" y="309197"/>
                    </a:cubicBezTo>
                    <a:cubicBezTo>
                      <a:pt x="866920" y="304706"/>
                      <a:pt x="866920" y="304706"/>
                      <a:pt x="866920" y="304706"/>
                    </a:cubicBezTo>
                    <a:cubicBezTo>
                      <a:pt x="1195775" y="313473"/>
                      <a:pt x="1195775" y="313473"/>
                      <a:pt x="1195775" y="313473"/>
                    </a:cubicBezTo>
                    <a:cubicBezTo>
                      <a:pt x="1673662" y="344263"/>
                      <a:pt x="1673662" y="344263"/>
                      <a:pt x="1673662" y="344263"/>
                    </a:cubicBezTo>
                    <a:cubicBezTo>
                      <a:pt x="1726261" y="348753"/>
                      <a:pt x="1765818" y="344263"/>
                      <a:pt x="1813927" y="339773"/>
                    </a:cubicBezTo>
                    <a:cubicBezTo>
                      <a:pt x="1796395" y="339773"/>
                      <a:pt x="1778861" y="339773"/>
                      <a:pt x="1761328" y="335283"/>
                    </a:cubicBezTo>
                    <a:lnTo>
                      <a:pt x="1761328" y="335283"/>
                    </a:lnTo>
                    <a:cubicBezTo>
                      <a:pt x="1792118" y="335283"/>
                      <a:pt x="1827185" y="330792"/>
                      <a:pt x="1857760" y="326516"/>
                    </a:cubicBezTo>
                    <a:cubicBezTo>
                      <a:pt x="1853271" y="322026"/>
                      <a:pt x="1844504" y="326516"/>
                      <a:pt x="1840228" y="317750"/>
                    </a:cubicBezTo>
                    <a:cubicBezTo>
                      <a:pt x="1848995" y="317750"/>
                      <a:pt x="1862251" y="317750"/>
                      <a:pt x="1871018" y="317750"/>
                    </a:cubicBezTo>
                    <a:cubicBezTo>
                      <a:pt x="1853484" y="304493"/>
                      <a:pt x="1822694" y="313259"/>
                      <a:pt x="1805161" y="300216"/>
                    </a:cubicBezTo>
                    <a:cubicBezTo>
                      <a:pt x="1831461" y="300216"/>
                      <a:pt x="1831461" y="300216"/>
                      <a:pt x="1831461" y="300216"/>
                    </a:cubicBezTo>
                    <a:cubicBezTo>
                      <a:pt x="1831461" y="295726"/>
                      <a:pt x="1831461" y="295726"/>
                      <a:pt x="1831461" y="295726"/>
                    </a:cubicBezTo>
                    <a:cubicBezTo>
                      <a:pt x="1831461" y="291236"/>
                      <a:pt x="1831461" y="291236"/>
                      <a:pt x="1831461" y="291236"/>
                    </a:cubicBezTo>
                    <a:cubicBezTo>
                      <a:pt x="1848995" y="300002"/>
                      <a:pt x="1857760" y="286746"/>
                      <a:pt x="1875294" y="286746"/>
                    </a:cubicBezTo>
                    <a:cubicBezTo>
                      <a:pt x="1866527" y="282255"/>
                      <a:pt x="1857760" y="282255"/>
                      <a:pt x="1853271" y="282255"/>
                    </a:cubicBezTo>
                    <a:cubicBezTo>
                      <a:pt x="1853484" y="274986"/>
                      <a:pt x="1871018" y="279476"/>
                      <a:pt x="1871018" y="279476"/>
                    </a:cubicBezTo>
                    <a:lnTo>
                      <a:pt x="1871018" y="279476"/>
                    </a:lnTo>
                    <a:close/>
                    <a:moveTo>
                      <a:pt x="490170" y="33155"/>
                    </a:moveTo>
                    <a:cubicBezTo>
                      <a:pt x="494446" y="33155"/>
                      <a:pt x="494446" y="33155"/>
                      <a:pt x="498937" y="33155"/>
                    </a:cubicBezTo>
                    <a:cubicBezTo>
                      <a:pt x="498937" y="33155"/>
                      <a:pt x="494446" y="33155"/>
                      <a:pt x="490170" y="33155"/>
                    </a:cubicBezTo>
                    <a:lnTo>
                      <a:pt x="490170" y="3315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 anchorCtr="false" bIns="70920" lIns="91440" rIns="98640" tIns="45720" wrap="square">
                <a:normAutofit fontScale="92500"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2800" u="none">
                    <a:solidFill>
                      <a:srgbClr val="FFFFFF"/>
                    </a:solidFill>
                    <a:latin typeface="Calibri"/>
                  </a:rPr>
                  <a:t>2</a:t>
                </a:r>
              </a:p>
            </p:txBody>
          </p:sp>
        </p:grpSp>
        <p:grpSp>
          <p:nvGrpSpPr>
            <p:cNvPr descr="a2d0ba89-6117-48f3-86f5-e428a4ed3154" id="10" name="组合 9">
              <a:extLst>
                <a:ext uri="{FF2B5EF4-FFF2-40B4-BE49-F238E27FC236}">
                  <a16:creationId id="{C564B5E7-695F-C7E6-3698-CBC8CFE3EBF0}"/>
                </a:ext>
              </a:extLst>
            </p:cNvPr>
            <p:cNvGrpSpPr/>
            <p:nvPr/>
          </p:nvGrpSpPr>
          <p:grpSpPr>
            <a:xfrm>
              <a:off x="5037573" y="2269490"/>
              <a:ext cx="2104154" cy="3193061"/>
              <a:chOff x="5037573" y="2269490"/>
              <a:chExt cx="2104154" cy="3193061"/>
            </a:xfrm>
          </p:grpSpPr>
          <p:grpSp>
            <p:nvGrpSpPr>
              <p:cNvPr descr="9d6c59c0-3a1b-4760-9134-d7d139785e6a" id="93" name="组合 92">
                <a:extLst>
                  <a:ext uri="{FF2B5EF4-FFF2-40B4-BE49-F238E27FC236}">
                    <a16:creationId id="{D6F2E36B-12DA-02F0-EEB3-5A904C9F4A2A}"/>
                  </a:ext>
                </a:extLst>
              </p:cNvPr>
              <p:cNvGrpSpPr/>
              <p:nvPr/>
            </p:nvGrpSpPr>
            <p:grpSpPr>
              <a:xfrm>
                <a:off x="5037573" y="2269490"/>
                <a:ext cx="2104154" cy="2952604"/>
                <a:chOff x="5037573" y="2381250"/>
                <a:chExt cx="2104154" cy="2952604"/>
              </a:xfrm>
            </p:grpSpPr>
            <p:sp>
              <p:nvSpPr>
                <p:cNvPr descr="de94e3c4-3e07-4a33-a2e3-6fd902c29b9c" id="62" name="ComponentBackground3">
                  <a:extLst>
                    <a:ext uri="{FF2B5EF4-FFF2-40B4-BE49-F238E27FC236}">
                      <a16:creationId id="{6279737E-F855-DFB3-6F7E-ADCE4F3E9053}"/>
                    </a:ext>
                  </a:extLst>
                </p:cNvPr>
                <p:cNvSpPr/>
                <p:nvPr/>
              </p:nvSpPr>
              <p:spPr>
                <a:xfrm flipH="false" flipV="false">
                  <a:off x="5037573" y="2381250"/>
                  <a:ext cx="2104154" cy="2952604"/>
                </a:xfrm>
                <a:prstGeom prst="rect">
                  <a:avLst/>
                </a:prstGeom>
                <a:noFill/>
                <a:ln w="254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c41dac56-e104-475f-8e95-ad80cc50f5dd" id="77" name="Bullet3">
                  <a:extLst>
                    <a:ext uri="{FF2B5EF4-FFF2-40B4-BE49-F238E27FC236}">
                      <a16:creationId id="{36F74A87-81A1-BD7F-B65B-ED11E6AF199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5043923" y="2381250"/>
                  <a:ext cx="2091454" cy="11869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Decorative Elements</a:t>
                  </a:r>
                </a:p>
              </p:txBody>
            </p:sp>
            <p:sp>
              <p:nvSpPr>
                <p:cNvPr descr="196a0932-4f5a-4ef4-adc5-10e2b16e76f1" id="78" name="Text3">
                  <a:extLst>
                    <a:ext uri="{FF2B5EF4-FFF2-40B4-BE49-F238E27FC236}">
                      <a16:creationId id="{836B4976-B2D9-2A00-25D9-1CFC31BAD39C}"/>
                    </a:ext>
                  </a:extLst>
                </p:cNvPr>
                <p:cNvSpPr/>
                <p:nvPr/>
              </p:nvSpPr>
              <p:spPr>
                <a:xfrm flipH="false" flipV="false">
                  <a:off x="5043923" y="3568238"/>
                  <a:ext cx="2091454" cy="149411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latin typeface="Arial"/>
                    </a:rPr>
                    <a:t>Combined modern and traditional motifs.</a:t>
                  </a:r>
                </a:p>
              </p:txBody>
            </p:sp>
          </p:grpSp>
          <p:sp>
            <p:nvSpPr>
              <p:cNvPr descr="7d15f043-9064-4d34-8a23-498ff5ad8302" id="5" name="Number3">
                <a:extLst>
                  <a:ext uri="{FF2B5EF4-FFF2-40B4-BE49-F238E27FC236}">
                    <a16:creationId id="{A5A11415-8444-F56C-7B13-6C15168053BE}"/>
                  </a:ext>
                </a:extLst>
              </p:cNvPr>
              <p:cNvSpPr/>
              <p:nvPr/>
            </p:nvSpPr>
            <p:spPr bwMode="auto">
              <a:xfrm flipH="false" flipV="false">
                <a:off x="5693609" y="4981637"/>
                <a:ext cx="792083" cy="480914"/>
              </a:xfrm>
              <a:custGeom>
                <a:avLst/>
                <a:gdLst>
                  <a:gd fmla="*/ 1871018 w 1879475" name="connsiteX0"/>
                  <a:gd fmla="*/ 279476 h 344249" name="connsiteY0"/>
                  <a:gd fmla="*/ 1853484 w 1879475" name="connsiteX1"/>
                  <a:gd fmla="*/ 270709 h 344249" name="connsiteY1"/>
                  <a:gd fmla="*/ 1879784 w 1879475" name="connsiteX2"/>
                  <a:gd fmla="*/ 266219 h 344249" name="connsiteY2"/>
                  <a:gd fmla="*/ 1844718 w 1879475" name="connsiteX3"/>
                  <a:gd fmla="*/ 252962 h 344249" name="connsiteY3"/>
                  <a:gd fmla="*/ 1849208 w 1879475" name="connsiteX4"/>
                  <a:gd fmla="*/ 248472 h 344249" name="connsiteY4"/>
                  <a:gd fmla="*/ 1840442 w 1879475" name="connsiteX5"/>
                  <a:gd fmla="*/ 239705 h 344249" name="connsiteY5"/>
                  <a:gd fmla="*/ 1844718 w 1879475" name="connsiteX6"/>
                  <a:gd fmla="*/ 235215 h 344249" name="connsiteY6"/>
                  <a:gd fmla="*/ 1827185 w 1879475" name="connsiteX7"/>
                  <a:gd fmla="*/ 226448 h 344249" name="connsiteY7"/>
                  <a:gd fmla="*/ 1862251 w 1879475" name="connsiteX8"/>
                  <a:gd fmla="*/ 226448 h 344249" name="connsiteY8"/>
                  <a:gd fmla="*/ 1831461 w 1879475" name="connsiteX9"/>
                  <a:gd fmla="*/ 217682 h 344249" name="connsiteY9"/>
                  <a:gd fmla="*/ 1866527 w 1879475" name="connsiteX10"/>
                  <a:gd fmla="*/ 213192 h 344249" name="connsiteY10"/>
                  <a:gd fmla="*/ 1840228 w 1879475" name="connsiteX11"/>
                  <a:gd fmla="*/ 204425 h 344249" name="connsiteY11"/>
                  <a:gd fmla="*/ 1871018 w 1879475" name="connsiteX12"/>
                  <a:gd fmla="*/ 204425 h 344249" name="connsiteY12"/>
                  <a:gd fmla="*/ 1848995 w 1879475" name="connsiteX13"/>
                  <a:gd fmla="*/ 195658 h 344249" name="connsiteY13"/>
                  <a:gd fmla="*/ 1857760 w 1879475" name="connsiteX14"/>
                  <a:gd fmla="*/ 195658 h 344249" name="connsiteY14"/>
                  <a:gd fmla="*/ 1853271 w 1879475" name="connsiteX15"/>
                  <a:gd fmla="*/ 191168 h 344249" name="connsiteY15"/>
                  <a:gd fmla="*/ 1857760 w 1879475" name="connsiteX16"/>
                  <a:gd fmla="*/ 186678 h 344249" name="connsiteY16"/>
                  <a:gd fmla="*/ 1822694 w 1879475" name="connsiteX17"/>
                  <a:gd fmla="*/ 173421 h 344249" name="connsiteY17"/>
                  <a:gd fmla="*/ 1848995 w 1879475" name="connsiteX18"/>
                  <a:gd fmla="*/ 173421 h 344249" name="connsiteY18"/>
                  <a:gd fmla="*/ 1831461 w 1879475" name="connsiteX19"/>
                  <a:gd fmla="*/ 160164 h 344249" name="connsiteY19"/>
                  <a:gd fmla="*/ 1717495 w 1879475" name="connsiteX20"/>
                  <a:gd fmla="*/ 124884 h 344249" name="connsiteY20"/>
                  <a:gd fmla="*/ 1743795 w 1879475" name="connsiteX21"/>
                  <a:gd fmla="*/ 124884 h 344249" name="connsiteY21"/>
                  <a:gd fmla="*/ 1726261 w 1879475" name="connsiteX22"/>
                  <a:gd fmla="*/ 116117 h 344249" name="connsiteY22"/>
                  <a:gd fmla="*/ 1739518 w 1879475" name="connsiteX23"/>
                  <a:gd fmla="*/ 116117 h 344249" name="connsiteY23"/>
                  <a:gd fmla="*/ 1673662 w 1879475" name="connsiteX24"/>
                  <a:gd fmla="*/ 102861 h 344249" name="connsiteY24"/>
                  <a:gd fmla="*/ 1708729 w 1879475" name="connsiteX25"/>
                  <a:gd fmla="*/ 102861 h 344249" name="connsiteY25"/>
                  <a:gd fmla="*/ 1708729 w 1879475" name="connsiteX26"/>
                  <a:gd fmla="*/ 98370 h 344249" name="connsiteY26"/>
                  <a:gd fmla="*/ 1735028 w 1879475" name="connsiteX27"/>
                  <a:gd fmla="*/ 102861 h 344249" name="connsiteY27"/>
                  <a:gd fmla="*/ 1713005 w 1879475" name="connsiteX28"/>
                  <a:gd fmla="*/ 89604 h 344249" name="connsiteY28"/>
                  <a:gd fmla="*/ 1721772 w 1879475" name="connsiteX29"/>
                  <a:gd fmla="*/ 89604 h 344249" name="connsiteY29"/>
                  <a:gd fmla="*/ 1515649 w 1879475" name="connsiteX30"/>
                  <a:gd fmla="*/ 58814 h 344249" name="connsiteY30"/>
                  <a:gd fmla="*/ 1511159 w 1879475" name="connsiteX31"/>
                  <a:gd fmla="*/ 58814 h 344249" name="connsiteY31"/>
                  <a:gd fmla="*/ 1686492 w 1879475" name="connsiteX32"/>
                  <a:gd fmla="*/ 72071 h 344249" name="connsiteY32"/>
                  <a:gd fmla="*/ 1423493 w 1879475" name="connsiteX33"/>
                  <a:gd fmla="*/ 50047 h 344249" name="connsiteY33"/>
                  <a:gd fmla="*/ 1463050 w 1879475" name="connsiteX34"/>
                  <a:gd fmla="*/ 54537 h 344249" name="connsiteY34"/>
                  <a:gd fmla="*/ 1270184 w 1879475" name="connsiteX35"/>
                  <a:gd fmla="*/ 41280 h 344249" name="connsiteY35"/>
                  <a:gd fmla="*/ 1261417 w 1879475" name="connsiteX36"/>
                  <a:gd fmla="*/ 36790 h 344249" name="connsiteY36"/>
                  <a:gd fmla="*/ 1261417 w 1879475" name="connsiteX37"/>
                  <a:gd fmla="*/ 41280 h 344249" name="connsiteY37"/>
                  <a:gd fmla="*/ 1112385 w 1879475" name="connsiteX38"/>
                  <a:gd fmla="*/ 32514 h 344249" name="connsiteY38"/>
                  <a:gd fmla="*/ 1125642 w 1879475" name="connsiteX39"/>
                  <a:gd fmla="*/ 32514 h 344249" name="connsiteY39"/>
                  <a:gd fmla="*/ 1037976 w 1879475" name="connsiteX40"/>
                  <a:gd fmla="*/ 32514 h 344249" name="connsiteY40"/>
                  <a:gd fmla="*/ 1042252 w 1879475" name="connsiteX41"/>
                  <a:gd fmla="*/ 32514 h 344249" name="connsiteY41"/>
                  <a:gd fmla="*/ 998419 w 1879475" name="connsiteX42"/>
                  <a:gd fmla="*/ 32514 h 344249" name="connsiteY42"/>
                  <a:gd fmla="*/ 1015953 w 1879475" name="connsiteX43"/>
                  <a:gd fmla="*/ 28024 h 344249" name="connsiteY43"/>
                  <a:gd fmla="*/ 730931 w 1879475" name="connsiteX44"/>
                  <a:gd fmla="*/ 28024 h 344249" name="connsiteY44"/>
                  <a:gd fmla="*/ 717674 w 1879475" name="connsiteX45"/>
                  <a:gd fmla="*/ 32514 h 344249" name="connsiteY45"/>
                  <a:gd fmla="*/ 529085 w 1879475" name="connsiteX46"/>
                  <a:gd fmla="*/ 32514 h 344249" name="connsiteY46"/>
                  <a:gd fmla="*/ 730717 w 1879475" name="connsiteX47"/>
                  <a:gd fmla="*/ 19257 h 344249" name="connsiteY47"/>
                  <a:gd fmla="*/ 1147238 w 1879475" name="connsiteX48"/>
                  <a:gd fmla="*/ 19257 h 344249" name="connsiteY48"/>
                  <a:gd fmla="*/ 1633892 w 1879475" name="connsiteX49"/>
                  <a:gd fmla="*/ 58814 h 344249" name="connsiteY49"/>
                  <a:gd fmla="*/ 1625125 w 1879475" name="connsiteX50"/>
                  <a:gd fmla="*/ 50047 h 344249" name="connsiteY50"/>
                  <a:gd fmla="*/ 1028995 w 1879475" name="connsiteX51"/>
                  <a:gd fmla="*/ 14767 h 344249" name="connsiteY51"/>
                  <a:gd fmla="*/ 511766 w 1879475" name="connsiteX52"/>
                  <a:gd fmla="*/ 19257 h 344249" name="connsiteY52"/>
                  <a:gd fmla="*/ 1270184 w 1879475" name="connsiteX53"/>
                  <a:gd fmla="*/ 14767 h 344249" name="connsiteY53"/>
                  <a:gd fmla="*/ 1599038 w 1879475" name="connsiteX54"/>
                  <a:gd fmla="*/ 41067 h 344249" name="connsiteY54"/>
                  <a:gd fmla="*/ 1708729 w 1879475" name="connsiteX55"/>
                  <a:gd fmla="*/ 58600 h 344249" name="connsiteY55"/>
                  <a:gd fmla="*/ 1708729 w 1879475" name="connsiteX56"/>
                  <a:gd fmla="*/ 54110 h 344249" name="connsiteY56"/>
                  <a:gd fmla="*/ 1410664 w 1879475" name="connsiteX57"/>
                  <a:gd fmla="*/ 18829 h 344249" name="connsiteY57"/>
                  <a:gd fmla="*/ 1353574 w 1879475" name="connsiteX58"/>
                  <a:gd fmla="*/ 18829 h 344249" name="connsiteY58"/>
                  <a:gd fmla="*/ 1011676 w 1879475" name="connsiteX59"/>
                  <a:gd fmla="*/ 1296 h 344249" name="connsiteY59"/>
                  <a:gd fmla="*/ 853877 w 1879475" name="connsiteX60"/>
                  <a:gd fmla="*/ 1296 h 344249" name="connsiteY60"/>
                  <a:gd fmla="*/ 717888 w 1879475" name="connsiteX61"/>
                  <a:gd fmla="*/ 1296 h 344249" name="connsiteY61"/>
                  <a:gd fmla="*/ 577622 w 1879475" name="connsiteX62"/>
                  <a:gd fmla="*/ 10063 h 344249" name="connsiteY62"/>
                  <a:gd fmla="*/ 34092 w 1879475" name="connsiteX63"/>
                  <a:gd fmla="*/ 36363 h 344249" name="connsiteY63"/>
                  <a:gd fmla="*/ 7793 w 1879475" name="connsiteX64"/>
                  <a:gd fmla="*/ 49619 h 344249" name="connsiteY64"/>
                  <a:gd fmla="*/ 3302 w 1879475" name="connsiteX65"/>
                  <a:gd fmla="*/ 58386 h 344249" name="connsiteY65"/>
                  <a:gd fmla="*/ 7793 w 1879475" name="connsiteX66"/>
                  <a:gd fmla="*/ 67153 h 344249" name="connsiteY66"/>
                  <a:gd fmla="*/ 16559 w 1879475" name="connsiteX67"/>
                  <a:gd fmla="*/ 67153 h 344249" name="connsiteY67"/>
                  <a:gd fmla="*/ 3302 w 1879475" name="connsiteX68"/>
                  <a:gd fmla="*/ 75919 h 344249" name="connsiteY68"/>
                  <a:gd fmla="*/ 12069 w 1879475" name="connsiteX69"/>
                  <a:gd fmla="*/ 89176 h 344249" name="connsiteY69"/>
                  <a:gd fmla="*/ 12069 w 1879475" name="connsiteX70"/>
                  <a:gd fmla="*/ 89176 h 344249" name="connsiteY70"/>
                  <a:gd fmla="*/ 25326 w 1879475" name="connsiteX71"/>
                  <a:gd fmla="*/ 89176 h 344249" name="connsiteY71"/>
                  <a:gd fmla="*/ 7793 w 1879475" name="connsiteX72"/>
                  <a:gd fmla="*/ 106709 h 344249" name="connsiteY72"/>
                  <a:gd fmla="*/ 7793 w 1879475" name="connsiteX73"/>
                  <a:gd fmla="*/ 163799 h 344249" name="connsiteY73"/>
                  <a:gd fmla="*/ 16559 w 1879475" name="connsiteX74"/>
                  <a:gd fmla="*/ 172566 h 344249" name="connsiteY74"/>
                  <a:gd fmla="*/ 7793 w 1879475" name="connsiteX75"/>
                  <a:gd fmla="*/ 181332 h 344249" name="connsiteY75"/>
                  <a:gd fmla="*/ 12283 w 1879475" name="connsiteX76"/>
                  <a:gd fmla="*/ 185823 h 344249" name="connsiteY76"/>
                  <a:gd fmla="*/ 7793 w 1879475" name="connsiteX77"/>
                  <a:gd fmla="*/ 190313 h 344249" name="connsiteY77"/>
                  <a:gd fmla="*/ 12283 w 1879475" name="connsiteX78"/>
                  <a:gd fmla="*/ 190313 h 344249" name="connsiteY78"/>
                  <a:gd fmla="*/ 7793 w 1879475" name="connsiteX79"/>
                  <a:gd fmla="*/ 221103 h 344249" name="connsiteY79"/>
                  <a:gd fmla="*/ 29816 w 1879475" name="connsiteX80"/>
                  <a:gd fmla="*/ 251893 h 344249" name="connsiteY80"/>
                  <a:gd fmla="*/ 25326 w 1879475" name="connsiteX81"/>
                  <a:gd fmla="*/ 256383 h 344249" name="connsiteY81"/>
                  <a:gd fmla="*/ 12069 w 1879475" name="connsiteX82"/>
                  <a:gd fmla="*/ 269640 h 344249" name="connsiteY82"/>
                  <a:gd fmla="*/ 34092 w 1879475" name="connsiteX83"/>
                  <a:gd fmla="*/ 287173 h 344249" name="connsiteY83"/>
                  <a:gd fmla="*/ 20835 w 1879475" name="connsiteX84"/>
                  <a:gd fmla="*/ 291663 h 344249" name="connsiteY84"/>
                  <a:gd fmla="*/ 55902 w 1879475" name="connsiteX85"/>
                  <a:gd fmla="*/ 300430 h 344249" name="connsiteY85"/>
                  <a:gd fmla="*/ 560089 w 1879475" name="connsiteX86"/>
                  <a:gd fmla="*/ 309197 h 344249" name="connsiteY86"/>
                  <a:gd fmla="*/ 866920 w 1879475" name="connsiteX87"/>
                  <a:gd fmla="*/ 304706 h 344249" name="connsiteY87"/>
                  <a:gd fmla="*/ 1195775 w 1879475" name="connsiteX88"/>
                  <a:gd fmla="*/ 313473 h 344249" name="connsiteY88"/>
                  <a:gd fmla="*/ 1673662 w 1879475" name="connsiteX89"/>
                  <a:gd fmla="*/ 344263 h 344249" name="connsiteY89"/>
                  <a:gd fmla="*/ 1813927 w 1879475" name="connsiteX90"/>
                  <a:gd fmla="*/ 339773 h 344249" name="connsiteY90"/>
                  <a:gd fmla="*/ 1761328 w 1879475" name="connsiteX91"/>
                  <a:gd fmla="*/ 335283 h 344249" name="connsiteY91"/>
                  <a:gd fmla="*/ 1761328 w 1879475" name="connsiteX92"/>
                  <a:gd fmla="*/ 335283 h 344249" name="connsiteY92"/>
                  <a:gd fmla="*/ 1857760 w 1879475" name="connsiteX93"/>
                  <a:gd fmla="*/ 326516 h 344249" name="connsiteY93"/>
                  <a:gd fmla="*/ 1840228 w 1879475" name="connsiteX94"/>
                  <a:gd fmla="*/ 317750 h 344249" name="connsiteY94"/>
                  <a:gd fmla="*/ 1871018 w 1879475" name="connsiteX95"/>
                  <a:gd fmla="*/ 317750 h 344249" name="connsiteY95"/>
                  <a:gd fmla="*/ 1805161 w 1879475" name="connsiteX96"/>
                  <a:gd fmla="*/ 300216 h 344249" name="connsiteY96"/>
                  <a:gd fmla="*/ 1831461 w 1879475" name="connsiteX97"/>
                  <a:gd fmla="*/ 300216 h 344249" name="connsiteY97"/>
                  <a:gd fmla="*/ 1831461 w 1879475" name="connsiteX98"/>
                  <a:gd fmla="*/ 295726 h 344249" name="connsiteY98"/>
                  <a:gd fmla="*/ 1831461 w 1879475" name="connsiteX99"/>
                  <a:gd fmla="*/ 291236 h 344249" name="connsiteY99"/>
                  <a:gd fmla="*/ 1875294 w 1879475" name="connsiteX100"/>
                  <a:gd fmla="*/ 286746 h 344249" name="connsiteY100"/>
                  <a:gd fmla="*/ 1853271 w 1879475" name="connsiteX101"/>
                  <a:gd fmla="*/ 282255 h 344249" name="connsiteY101"/>
                  <a:gd fmla="*/ 1871018 w 1879475" name="connsiteX102"/>
                  <a:gd fmla="*/ 279476 h 344249" name="connsiteY102"/>
                  <a:gd fmla="*/ 1871018 w 1879475" name="connsiteX103"/>
                  <a:gd fmla="*/ 279476 h 344249" name="connsiteY103"/>
                  <a:gd fmla="*/ 490170 w 1879475" name="connsiteX104"/>
                  <a:gd fmla="*/ 33155 h 344249" name="connsiteY104"/>
                  <a:gd fmla="*/ 498937 w 1879475" name="connsiteX105"/>
                  <a:gd fmla="*/ 33155 h 344249" name="connsiteY105"/>
                  <a:gd fmla="*/ 490170 w 1879475" name="connsiteX106"/>
                  <a:gd fmla="*/ 33155 h 344249" name="connsiteY106"/>
                  <a:gd fmla="*/ 490170 w 1879475" name="connsiteX107"/>
                  <a:gd fmla="*/ 33155 h 344249" name="connsiteY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b="b" l="l" r="r" t="t"/>
                <a:pathLst>
                  <a:path h="344249" w="1879475">
                    <a:moveTo>
                      <a:pt x="1871018" y="279476"/>
                    </a:moveTo>
                    <a:cubicBezTo>
                      <a:pt x="1853484" y="270709"/>
                      <a:pt x="1853484" y="270709"/>
                      <a:pt x="1853484" y="270709"/>
                    </a:cubicBezTo>
                    <a:cubicBezTo>
                      <a:pt x="1857974" y="261942"/>
                      <a:pt x="1871018" y="270709"/>
                      <a:pt x="1879784" y="266219"/>
                    </a:cubicBezTo>
                    <a:cubicBezTo>
                      <a:pt x="1871018" y="257452"/>
                      <a:pt x="1853484" y="257452"/>
                      <a:pt x="1844718" y="252962"/>
                    </a:cubicBezTo>
                    <a:cubicBezTo>
                      <a:pt x="1844718" y="248472"/>
                      <a:pt x="1844718" y="248472"/>
                      <a:pt x="1849208" y="248472"/>
                    </a:cubicBezTo>
                    <a:cubicBezTo>
                      <a:pt x="1840442" y="239705"/>
                      <a:pt x="1840442" y="239705"/>
                      <a:pt x="1840442" y="239705"/>
                    </a:cubicBezTo>
                    <a:cubicBezTo>
                      <a:pt x="1840442" y="239705"/>
                      <a:pt x="1840442" y="235215"/>
                      <a:pt x="1844718" y="235215"/>
                    </a:cubicBezTo>
                    <a:cubicBezTo>
                      <a:pt x="1840442" y="230725"/>
                      <a:pt x="1831461" y="230725"/>
                      <a:pt x="1827185" y="226448"/>
                    </a:cubicBezTo>
                    <a:cubicBezTo>
                      <a:pt x="1862251" y="226448"/>
                      <a:pt x="1862251" y="226448"/>
                      <a:pt x="1862251" y="226448"/>
                    </a:cubicBezTo>
                    <a:cubicBezTo>
                      <a:pt x="1853484" y="221958"/>
                      <a:pt x="1840228" y="221958"/>
                      <a:pt x="1831461" y="217682"/>
                    </a:cubicBezTo>
                    <a:cubicBezTo>
                      <a:pt x="1840228" y="222172"/>
                      <a:pt x="1857760" y="217682"/>
                      <a:pt x="1866527" y="213192"/>
                    </a:cubicBezTo>
                    <a:cubicBezTo>
                      <a:pt x="1857760" y="213192"/>
                      <a:pt x="1848995" y="208701"/>
                      <a:pt x="1840228" y="204425"/>
                    </a:cubicBezTo>
                    <a:cubicBezTo>
                      <a:pt x="1871018" y="204425"/>
                      <a:pt x="1871018" y="204425"/>
                      <a:pt x="1871018" y="204425"/>
                    </a:cubicBezTo>
                    <a:cubicBezTo>
                      <a:pt x="1862251" y="204425"/>
                      <a:pt x="1853484" y="204425"/>
                      <a:pt x="1848995" y="195658"/>
                    </a:cubicBezTo>
                    <a:cubicBezTo>
                      <a:pt x="1857760" y="195658"/>
                      <a:pt x="1857760" y="195658"/>
                      <a:pt x="1857760" y="195658"/>
                    </a:cubicBezTo>
                    <a:cubicBezTo>
                      <a:pt x="1857760" y="195658"/>
                      <a:pt x="1857760" y="191168"/>
                      <a:pt x="1853271" y="191168"/>
                    </a:cubicBezTo>
                    <a:cubicBezTo>
                      <a:pt x="1857760" y="186678"/>
                      <a:pt x="1857760" y="186678"/>
                      <a:pt x="1857760" y="186678"/>
                    </a:cubicBezTo>
                    <a:cubicBezTo>
                      <a:pt x="1822694" y="173421"/>
                      <a:pt x="1822694" y="173421"/>
                      <a:pt x="1822694" y="173421"/>
                    </a:cubicBezTo>
                    <a:cubicBezTo>
                      <a:pt x="1831461" y="168931"/>
                      <a:pt x="1840228" y="168931"/>
                      <a:pt x="1848995" y="173421"/>
                    </a:cubicBezTo>
                    <a:cubicBezTo>
                      <a:pt x="1844504" y="164654"/>
                      <a:pt x="1831461" y="168931"/>
                      <a:pt x="1831461" y="160164"/>
                    </a:cubicBezTo>
                    <a:cubicBezTo>
                      <a:pt x="1796395" y="146907"/>
                      <a:pt x="1756838" y="138141"/>
                      <a:pt x="1717495" y="124884"/>
                    </a:cubicBezTo>
                    <a:cubicBezTo>
                      <a:pt x="1726261" y="120394"/>
                      <a:pt x="1739518" y="129374"/>
                      <a:pt x="1743795" y="124884"/>
                    </a:cubicBezTo>
                    <a:cubicBezTo>
                      <a:pt x="1726261" y="116117"/>
                      <a:pt x="1726261" y="116117"/>
                      <a:pt x="1726261" y="116117"/>
                    </a:cubicBezTo>
                    <a:cubicBezTo>
                      <a:pt x="1730752" y="116117"/>
                      <a:pt x="1735028" y="116117"/>
                      <a:pt x="1739518" y="116117"/>
                    </a:cubicBezTo>
                    <a:cubicBezTo>
                      <a:pt x="1673662" y="102861"/>
                      <a:pt x="1673662" y="102861"/>
                      <a:pt x="1673662" y="102861"/>
                    </a:cubicBezTo>
                    <a:cubicBezTo>
                      <a:pt x="1686919" y="94094"/>
                      <a:pt x="1699962" y="107351"/>
                      <a:pt x="1708729" y="102861"/>
                    </a:cubicBezTo>
                    <a:cubicBezTo>
                      <a:pt x="1708729" y="102861"/>
                      <a:pt x="1704238" y="102861"/>
                      <a:pt x="1708729" y="98370"/>
                    </a:cubicBezTo>
                    <a:cubicBezTo>
                      <a:pt x="1713219" y="98370"/>
                      <a:pt x="1726261" y="98370"/>
                      <a:pt x="1735028" y="102861"/>
                    </a:cubicBezTo>
                    <a:cubicBezTo>
                      <a:pt x="1726261" y="98370"/>
                      <a:pt x="1721772" y="98370"/>
                      <a:pt x="1713005" y="89604"/>
                    </a:cubicBezTo>
                    <a:cubicBezTo>
                      <a:pt x="1717495" y="89604"/>
                      <a:pt x="1717495" y="89604"/>
                      <a:pt x="1721772" y="89604"/>
                    </a:cubicBezTo>
                    <a:cubicBezTo>
                      <a:pt x="1655915" y="72071"/>
                      <a:pt x="1585782" y="67580"/>
                      <a:pt x="1515649" y="58814"/>
                    </a:cubicBezTo>
                    <a:cubicBezTo>
                      <a:pt x="1511159" y="58814"/>
                      <a:pt x="1511159" y="58814"/>
                      <a:pt x="1511159" y="58814"/>
                    </a:cubicBezTo>
                    <a:cubicBezTo>
                      <a:pt x="1568249" y="58814"/>
                      <a:pt x="1638382" y="67580"/>
                      <a:pt x="1686492" y="72071"/>
                    </a:cubicBezTo>
                    <a:cubicBezTo>
                      <a:pt x="1603102" y="54537"/>
                      <a:pt x="1511159" y="45771"/>
                      <a:pt x="1423493" y="50047"/>
                    </a:cubicBezTo>
                    <a:cubicBezTo>
                      <a:pt x="1463050" y="54537"/>
                      <a:pt x="1463050" y="54537"/>
                      <a:pt x="1463050" y="54537"/>
                    </a:cubicBezTo>
                    <a:cubicBezTo>
                      <a:pt x="1397193" y="59028"/>
                      <a:pt x="1331551" y="41280"/>
                      <a:pt x="1270184" y="41280"/>
                    </a:cubicBezTo>
                    <a:cubicBezTo>
                      <a:pt x="1261417" y="36790"/>
                      <a:pt x="1261417" y="36790"/>
                      <a:pt x="1261417" y="36790"/>
                    </a:cubicBezTo>
                    <a:cubicBezTo>
                      <a:pt x="1256927" y="36790"/>
                      <a:pt x="1265694" y="36790"/>
                      <a:pt x="1261417" y="41280"/>
                    </a:cubicBezTo>
                    <a:cubicBezTo>
                      <a:pt x="1112385" y="32514"/>
                      <a:pt x="1112385" y="32514"/>
                      <a:pt x="1112385" y="32514"/>
                    </a:cubicBezTo>
                    <a:cubicBezTo>
                      <a:pt x="1116876" y="32514"/>
                      <a:pt x="1121152" y="32514"/>
                      <a:pt x="1125642" y="32514"/>
                    </a:cubicBezTo>
                    <a:cubicBezTo>
                      <a:pt x="1099342" y="28024"/>
                      <a:pt x="1064276" y="32514"/>
                      <a:pt x="1037976" y="32514"/>
                    </a:cubicBezTo>
                    <a:cubicBezTo>
                      <a:pt x="1042252" y="32514"/>
                      <a:pt x="1042252" y="32514"/>
                      <a:pt x="1042252" y="32514"/>
                    </a:cubicBezTo>
                    <a:cubicBezTo>
                      <a:pt x="1028995" y="32514"/>
                      <a:pt x="1011462" y="37004"/>
                      <a:pt x="998419" y="32514"/>
                    </a:cubicBezTo>
                    <a:cubicBezTo>
                      <a:pt x="1002909" y="32514"/>
                      <a:pt x="1011676" y="28024"/>
                      <a:pt x="1015953" y="28024"/>
                    </a:cubicBezTo>
                    <a:cubicBezTo>
                      <a:pt x="919520" y="23533"/>
                      <a:pt x="831854" y="28024"/>
                      <a:pt x="730931" y="28024"/>
                    </a:cubicBezTo>
                    <a:cubicBezTo>
                      <a:pt x="717674" y="32514"/>
                      <a:pt x="717674" y="32514"/>
                      <a:pt x="717674" y="32514"/>
                    </a:cubicBezTo>
                    <a:cubicBezTo>
                      <a:pt x="656308" y="32514"/>
                      <a:pt x="594941" y="28024"/>
                      <a:pt x="529085" y="32514"/>
                    </a:cubicBezTo>
                    <a:cubicBezTo>
                      <a:pt x="594941" y="19257"/>
                      <a:pt x="660584" y="23747"/>
                      <a:pt x="730717" y="19257"/>
                    </a:cubicBezTo>
                    <a:cubicBezTo>
                      <a:pt x="1147238" y="19257"/>
                      <a:pt x="1147238" y="19257"/>
                      <a:pt x="1147238" y="19257"/>
                    </a:cubicBezTo>
                    <a:cubicBezTo>
                      <a:pt x="1318294" y="32514"/>
                      <a:pt x="1467326" y="36790"/>
                      <a:pt x="1633892" y="58814"/>
                    </a:cubicBezTo>
                    <a:cubicBezTo>
                      <a:pt x="1633892" y="54324"/>
                      <a:pt x="1629615" y="54324"/>
                      <a:pt x="1625125" y="50047"/>
                    </a:cubicBezTo>
                    <a:cubicBezTo>
                      <a:pt x="1423493" y="32514"/>
                      <a:pt x="1234904" y="14767"/>
                      <a:pt x="1028995" y="14767"/>
                    </a:cubicBezTo>
                    <a:cubicBezTo>
                      <a:pt x="857940" y="6000"/>
                      <a:pt x="682607" y="19257"/>
                      <a:pt x="511766" y="19257"/>
                    </a:cubicBezTo>
                    <a:cubicBezTo>
                      <a:pt x="761721" y="1724"/>
                      <a:pt x="1015953" y="6000"/>
                      <a:pt x="1270184" y="14767"/>
                    </a:cubicBezTo>
                    <a:cubicBezTo>
                      <a:pt x="1599038" y="41067"/>
                      <a:pt x="1599038" y="41067"/>
                      <a:pt x="1599038" y="41067"/>
                    </a:cubicBezTo>
                    <a:cubicBezTo>
                      <a:pt x="1708729" y="58600"/>
                      <a:pt x="1708729" y="58600"/>
                      <a:pt x="1708729" y="58600"/>
                    </a:cubicBezTo>
                    <a:cubicBezTo>
                      <a:pt x="1708729" y="54110"/>
                      <a:pt x="1708729" y="54110"/>
                      <a:pt x="1708729" y="54110"/>
                    </a:cubicBezTo>
                    <a:cubicBezTo>
                      <a:pt x="1603529" y="32086"/>
                      <a:pt x="1515863" y="32086"/>
                      <a:pt x="1410664" y="18829"/>
                    </a:cubicBezTo>
                    <a:cubicBezTo>
                      <a:pt x="1388640" y="27596"/>
                      <a:pt x="1371107" y="10063"/>
                      <a:pt x="1353574" y="18829"/>
                    </a:cubicBezTo>
                    <a:cubicBezTo>
                      <a:pt x="1243885" y="5573"/>
                      <a:pt x="1121152" y="10063"/>
                      <a:pt x="1011676" y="1296"/>
                    </a:cubicBezTo>
                    <a:cubicBezTo>
                      <a:pt x="959076" y="5786"/>
                      <a:pt x="906477" y="-3194"/>
                      <a:pt x="853877" y="1296"/>
                    </a:cubicBezTo>
                    <a:cubicBezTo>
                      <a:pt x="717888" y="1296"/>
                      <a:pt x="717888" y="1296"/>
                      <a:pt x="717888" y="1296"/>
                    </a:cubicBezTo>
                    <a:cubicBezTo>
                      <a:pt x="674055" y="5786"/>
                      <a:pt x="625732" y="10063"/>
                      <a:pt x="577622" y="10063"/>
                    </a:cubicBezTo>
                    <a:cubicBezTo>
                      <a:pt x="397800" y="18829"/>
                      <a:pt x="226958" y="10063"/>
                      <a:pt x="34092" y="36363"/>
                    </a:cubicBezTo>
                    <a:cubicBezTo>
                      <a:pt x="7793" y="49619"/>
                      <a:pt x="7793" y="49619"/>
                      <a:pt x="7793" y="49619"/>
                    </a:cubicBezTo>
                    <a:cubicBezTo>
                      <a:pt x="12283" y="54110"/>
                      <a:pt x="7793" y="54110"/>
                      <a:pt x="3302" y="58386"/>
                    </a:cubicBezTo>
                    <a:cubicBezTo>
                      <a:pt x="7793" y="58386"/>
                      <a:pt x="7793" y="62876"/>
                      <a:pt x="7793" y="67153"/>
                    </a:cubicBezTo>
                    <a:cubicBezTo>
                      <a:pt x="12283" y="67153"/>
                      <a:pt x="16559" y="62662"/>
                      <a:pt x="16559" y="67153"/>
                    </a:cubicBezTo>
                    <a:cubicBezTo>
                      <a:pt x="12069" y="71643"/>
                      <a:pt x="7793" y="75919"/>
                      <a:pt x="3302" y="75919"/>
                    </a:cubicBezTo>
                    <a:cubicBezTo>
                      <a:pt x="3302" y="84686"/>
                      <a:pt x="12069" y="84686"/>
                      <a:pt x="12069" y="89176"/>
                    </a:cubicBezTo>
                    <a:lnTo>
                      <a:pt x="12069" y="89176"/>
                    </a:lnTo>
                    <a:cubicBezTo>
                      <a:pt x="16559" y="89176"/>
                      <a:pt x="20835" y="89176"/>
                      <a:pt x="25326" y="89176"/>
                    </a:cubicBezTo>
                    <a:cubicBezTo>
                      <a:pt x="16559" y="93666"/>
                      <a:pt x="16559" y="102433"/>
                      <a:pt x="7793" y="106709"/>
                    </a:cubicBezTo>
                    <a:cubicBezTo>
                      <a:pt x="7793" y="128733"/>
                      <a:pt x="-9741" y="146266"/>
                      <a:pt x="7793" y="163799"/>
                    </a:cubicBezTo>
                    <a:cubicBezTo>
                      <a:pt x="3302" y="172566"/>
                      <a:pt x="16559" y="168289"/>
                      <a:pt x="16559" y="172566"/>
                    </a:cubicBezTo>
                    <a:cubicBezTo>
                      <a:pt x="16559" y="177056"/>
                      <a:pt x="12069" y="177056"/>
                      <a:pt x="7793" y="181332"/>
                    </a:cubicBezTo>
                    <a:cubicBezTo>
                      <a:pt x="12283" y="185823"/>
                      <a:pt x="12283" y="185823"/>
                      <a:pt x="12283" y="185823"/>
                    </a:cubicBezTo>
                    <a:cubicBezTo>
                      <a:pt x="16773" y="185823"/>
                      <a:pt x="12283" y="185823"/>
                      <a:pt x="7793" y="190313"/>
                    </a:cubicBezTo>
                    <a:cubicBezTo>
                      <a:pt x="12283" y="190313"/>
                      <a:pt x="12283" y="190313"/>
                      <a:pt x="12283" y="190313"/>
                    </a:cubicBezTo>
                    <a:cubicBezTo>
                      <a:pt x="-974" y="199080"/>
                      <a:pt x="12283" y="212336"/>
                      <a:pt x="7793" y="221103"/>
                    </a:cubicBezTo>
                    <a:cubicBezTo>
                      <a:pt x="7793" y="234360"/>
                      <a:pt x="12283" y="251893"/>
                      <a:pt x="29816" y="251893"/>
                    </a:cubicBezTo>
                    <a:cubicBezTo>
                      <a:pt x="25326" y="256383"/>
                      <a:pt x="25326" y="256383"/>
                      <a:pt x="25326" y="256383"/>
                    </a:cubicBezTo>
                    <a:cubicBezTo>
                      <a:pt x="16559" y="256383"/>
                      <a:pt x="12069" y="260873"/>
                      <a:pt x="12069" y="269640"/>
                    </a:cubicBezTo>
                    <a:cubicBezTo>
                      <a:pt x="16559" y="278407"/>
                      <a:pt x="25326" y="282897"/>
                      <a:pt x="34092" y="287173"/>
                    </a:cubicBezTo>
                    <a:cubicBezTo>
                      <a:pt x="20835" y="291663"/>
                      <a:pt x="20835" y="291663"/>
                      <a:pt x="20835" y="291663"/>
                    </a:cubicBezTo>
                    <a:cubicBezTo>
                      <a:pt x="55902" y="300430"/>
                      <a:pt x="55902" y="300430"/>
                      <a:pt x="55902" y="300430"/>
                    </a:cubicBezTo>
                    <a:cubicBezTo>
                      <a:pt x="218191" y="317963"/>
                      <a:pt x="397800" y="322453"/>
                      <a:pt x="560089" y="309197"/>
                    </a:cubicBezTo>
                    <a:cubicBezTo>
                      <a:pt x="866920" y="304706"/>
                      <a:pt x="866920" y="304706"/>
                      <a:pt x="866920" y="304706"/>
                    </a:cubicBezTo>
                    <a:cubicBezTo>
                      <a:pt x="1195775" y="313473"/>
                      <a:pt x="1195775" y="313473"/>
                      <a:pt x="1195775" y="313473"/>
                    </a:cubicBezTo>
                    <a:cubicBezTo>
                      <a:pt x="1673662" y="344263"/>
                      <a:pt x="1673662" y="344263"/>
                      <a:pt x="1673662" y="344263"/>
                    </a:cubicBezTo>
                    <a:cubicBezTo>
                      <a:pt x="1726261" y="348753"/>
                      <a:pt x="1765818" y="344263"/>
                      <a:pt x="1813927" y="339773"/>
                    </a:cubicBezTo>
                    <a:cubicBezTo>
                      <a:pt x="1796395" y="339773"/>
                      <a:pt x="1778861" y="339773"/>
                      <a:pt x="1761328" y="335283"/>
                    </a:cubicBezTo>
                    <a:lnTo>
                      <a:pt x="1761328" y="335283"/>
                    </a:lnTo>
                    <a:cubicBezTo>
                      <a:pt x="1792118" y="335283"/>
                      <a:pt x="1827185" y="330792"/>
                      <a:pt x="1857760" y="326516"/>
                    </a:cubicBezTo>
                    <a:cubicBezTo>
                      <a:pt x="1853271" y="322026"/>
                      <a:pt x="1844504" y="326516"/>
                      <a:pt x="1840228" y="317750"/>
                    </a:cubicBezTo>
                    <a:cubicBezTo>
                      <a:pt x="1848995" y="317750"/>
                      <a:pt x="1862251" y="317750"/>
                      <a:pt x="1871018" y="317750"/>
                    </a:cubicBezTo>
                    <a:cubicBezTo>
                      <a:pt x="1853484" y="304493"/>
                      <a:pt x="1822694" y="313259"/>
                      <a:pt x="1805161" y="300216"/>
                    </a:cubicBezTo>
                    <a:cubicBezTo>
                      <a:pt x="1831461" y="300216"/>
                      <a:pt x="1831461" y="300216"/>
                      <a:pt x="1831461" y="300216"/>
                    </a:cubicBezTo>
                    <a:cubicBezTo>
                      <a:pt x="1831461" y="295726"/>
                      <a:pt x="1831461" y="295726"/>
                      <a:pt x="1831461" y="295726"/>
                    </a:cubicBezTo>
                    <a:cubicBezTo>
                      <a:pt x="1831461" y="291236"/>
                      <a:pt x="1831461" y="291236"/>
                      <a:pt x="1831461" y="291236"/>
                    </a:cubicBezTo>
                    <a:cubicBezTo>
                      <a:pt x="1848995" y="300002"/>
                      <a:pt x="1857760" y="286746"/>
                      <a:pt x="1875294" y="286746"/>
                    </a:cubicBezTo>
                    <a:cubicBezTo>
                      <a:pt x="1866527" y="282255"/>
                      <a:pt x="1857760" y="282255"/>
                      <a:pt x="1853271" y="282255"/>
                    </a:cubicBezTo>
                    <a:cubicBezTo>
                      <a:pt x="1853484" y="274986"/>
                      <a:pt x="1871018" y="279476"/>
                      <a:pt x="1871018" y="279476"/>
                    </a:cubicBezTo>
                    <a:lnTo>
                      <a:pt x="1871018" y="279476"/>
                    </a:lnTo>
                    <a:close/>
                    <a:moveTo>
                      <a:pt x="490170" y="33155"/>
                    </a:moveTo>
                    <a:cubicBezTo>
                      <a:pt x="494446" y="33155"/>
                      <a:pt x="494446" y="33155"/>
                      <a:pt x="498937" y="33155"/>
                    </a:cubicBezTo>
                    <a:cubicBezTo>
                      <a:pt x="498937" y="33155"/>
                      <a:pt x="494446" y="33155"/>
                      <a:pt x="490170" y="33155"/>
                    </a:cubicBezTo>
                    <a:lnTo>
                      <a:pt x="490170" y="33155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 anchorCtr="false" bIns="70920" lIns="91440" rIns="98640" tIns="45720" wrap="square">
                <a:normAutofit fontScale="92500"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2800" u="none">
                    <a:solidFill>
                      <a:srgbClr val="FFFFFF"/>
                    </a:solidFill>
                    <a:latin typeface="Calibri"/>
                  </a:rPr>
                  <a:t>3</a:t>
                </a:r>
              </a:p>
            </p:txBody>
          </p:sp>
        </p:grpSp>
        <p:grpSp>
          <p:nvGrpSpPr>
            <p:cNvPr descr="7381c3b4-b386-4cc2-8c60-dc1d551efc93" id="11" name="组合 10">
              <a:extLst>
                <a:ext uri="{FF2B5EF4-FFF2-40B4-BE49-F238E27FC236}">
                  <a16:creationId id="{E81BBF47-51E9-7785-9C9F-CE030ADCC2D8}"/>
                </a:ext>
              </a:extLst>
            </p:cNvPr>
            <p:cNvGrpSpPr/>
            <p:nvPr/>
          </p:nvGrpSpPr>
          <p:grpSpPr>
            <a:xfrm>
              <a:off x="7226159" y="2269490"/>
              <a:ext cx="2104154" cy="3193061"/>
              <a:chOff x="7226159" y="2269490"/>
              <a:chExt cx="2104154" cy="3193061"/>
            </a:xfrm>
          </p:grpSpPr>
          <p:grpSp>
            <p:nvGrpSpPr>
              <p:cNvPr descr="333d7258-3652-4e5a-84d7-c85412014246" id="94" name="组合 93">
                <a:extLst>
                  <a:ext uri="{FF2B5EF4-FFF2-40B4-BE49-F238E27FC236}">
                    <a16:creationId id="{CBCA6809-938C-C344-5C18-804AB91C34E0}"/>
                  </a:ext>
                </a:extLst>
              </p:cNvPr>
              <p:cNvGrpSpPr/>
              <p:nvPr/>
            </p:nvGrpSpPr>
            <p:grpSpPr>
              <a:xfrm>
                <a:off x="7226159" y="2269490"/>
                <a:ext cx="2104154" cy="2952604"/>
                <a:chOff x="7226159" y="2708275"/>
                <a:chExt cx="2104154" cy="2952604"/>
              </a:xfrm>
            </p:grpSpPr>
            <p:sp>
              <p:nvSpPr>
                <p:cNvPr descr="e9adde65-f6d1-432c-a228-7f932f1e9ad4" id="65" name="ComponentBackground4">
                  <a:extLst>
                    <a:ext uri="{FF2B5EF4-FFF2-40B4-BE49-F238E27FC236}">
                      <a16:creationId id="{BCF1D122-60DC-75BE-50F1-FF777458107C}"/>
                    </a:ext>
                  </a:extLst>
                </p:cNvPr>
                <p:cNvSpPr/>
                <p:nvPr/>
              </p:nvSpPr>
              <p:spPr>
                <a:xfrm flipH="false" flipV="false">
                  <a:off x="7226159" y="2708275"/>
                  <a:ext cx="2104154" cy="2952604"/>
                </a:xfrm>
                <a:prstGeom prst="rect">
                  <a:avLst/>
                </a:prstGeom>
                <a:noFill/>
                <a:ln w="25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e9271c24-3f93-4bf2-8497-d8fde91db745" id="80" name="Bullet4">
                  <a:extLst>
                    <a:ext uri="{FF2B5EF4-FFF2-40B4-BE49-F238E27FC236}">
                      <a16:creationId id="{EF79B2FE-FA9B-D826-856D-E8B1036B089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7232509" y="2708275"/>
                  <a:ext cx="2091454" cy="11869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Luxury and Exclusivity</a:t>
                  </a:r>
                </a:p>
              </p:txBody>
            </p:sp>
            <p:sp>
              <p:nvSpPr>
                <p:cNvPr descr="4acd6f8c-bbc2-4d80-82e8-e6aafbc74247" id="81" name="Text4">
                  <a:extLst>
                    <a:ext uri="{FF2B5EF4-FFF2-40B4-BE49-F238E27FC236}">
                      <a16:creationId id="{C76A314C-FF75-54C3-59B5-E364373523E6}"/>
                    </a:ext>
                  </a:extLst>
                </p:cNvPr>
                <p:cNvSpPr/>
                <p:nvPr/>
              </p:nvSpPr>
              <p:spPr>
                <a:xfrm flipH="false" flipV="false">
                  <a:off x="7232509" y="3895263"/>
                  <a:ext cx="2091454" cy="149411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latin typeface="Arial"/>
                    </a:rPr>
                    <a:t>Associated with high-society lifestyle.</a:t>
                  </a:r>
                </a:p>
              </p:txBody>
            </p:sp>
          </p:grpSp>
          <p:sp>
            <p:nvSpPr>
              <p:cNvPr descr="fa2b53e5-ce0f-42f7-872b-c72757a069a8" id="6" name="Number4">
                <a:extLst>
                  <a:ext uri="{FF2B5EF4-FFF2-40B4-BE49-F238E27FC236}">
                    <a16:creationId id="{BF322207-09A1-CA62-00A2-D88CF908A192}"/>
                  </a:ext>
                </a:extLst>
              </p:cNvPr>
              <p:cNvSpPr/>
              <p:nvPr/>
            </p:nvSpPr>
            <p:spPr bwMode="auto">
              <a:xfrm flipH="false" flipV="false">
                <a:off x="7882196" y="4981637"/>
                <a:ext cx="792083" cy="480914"/>
              </a:xfrm>
              <a:custGeom>
                <a:avLst/>
                <a:gdLst>
                  <a:gd fmla="*/ 1871018 w 1879475" name="connsiteX0"/>
                  <a:gd fmla="*/ 279476 h 344249" name="connsiteY0"/>
                  <a:gd fmla="*/ 1853484 w 1879475" name="connsiteX1"/>
                  <a:gd fmla="*/ 270709 h 344249" name="connsiteY1"/>
                  <a:gd fmla="*/ 1879784 w 1879475" name="connsiteX2"/>
                  <a:gd fmla="*/ 266219 h 344249" name="connsiteY2"/>
                  <a:gd fmla="*/ 1844718 w 1879475" name="connsiteX3"/>
                  <a:gd fmla="*/ 252962 h 344249" name="connsiteY3"/>
                  <a:gd fmla="*/ 1849208 w 1879475" name="connsiteX4"/>
                  <a:gd fmla="*/ 248472 h 344249" name="connsiteY4"/>
                  <a:gd fmla="*/ 1840442 w 1879475" name="connsiteX5"/>
                  <a:gd fmla="*/ 239705 h 344249" name="connsiteY5"/>
                  <a:gd fmla="*/ 1844718 w 1879475" name="connsiteX6"/>
                  <a:gd fmla="*/ 235215 h 344249" name="connsiteY6"/>
                  <a:gd fmla="*/ 1827185 w 1879475" name="connsiteX7"/>
                  <a:gd fmla="*/ 226448 h 344249" name="connsiteY7"/>
                  <a:gd fmla="*/ 1862251 w 1879475" name="connsiteX8"/>
                  <a:gd fmla="*/ 226448 h 344249" name="connsiteY8"/>
                  <a:gd fmla="*/ 1831461 w 1879475" name="connsiteX9"/>
                  <a:gd fmla="*/ 217682 h 344249" name="connsiteY9"/>
                  <a:gd fmla="*/ 1866527 w 1879475" name="connsiteX10"/>
                  <a:gd fmla="*/ 213192 h 344249" name="connsiteY10"/>
                  <a:gd fmla="*/ 1840228 w 1879475" name="connsiteX11"/>
                  <a:gd fmla="*/ 204425 h 344249" name="connsiteY11"/>
                  <a:gd fmla="*/ 1871018 w 1879475" name="connsiteX12"/>
                  <a:gd fmla="*/ 204425 h 344249" name="connsiteY12"/>
                  <a:gd fmla="*/ 1848995 w 1879475" name="connsiteX13"/>
                  <a:gd fmla="*/ 195658 h 344249" name="connsiteY13"/>
                  <a:gd fmla="*/ 1857760 w 1879475" name="connsiteX14"/>
                  <a:gd fmla="*/ 195658 h 344249" name="connsiteY14"/>
                  <a:gd fmla="*/ 1853271 w 1879475" name="connsiteX15"/>
                  <a:gd fmla="*/ 191168 h 344249" name="connsiteY15"/>
                  <a:gd fmla="*/ 1857760 w 1879475" name="connsiteX16"/>
                  <a:gd fmla="*/ 186678 h 344249" name="connsiteY16"/>
                  <a:gd fmla="*/ 1822694 w 1879475" name="connsiteX17"/>
                  <a:gd fmla="*/ 173421 h 344249" name="connsiteY17"/>
                  <a:gd fmla="*/ 1848995 w 1879475" name="connsiteX18"/>
                  <a:gd fmla="*/ 173421 h 344249" name="connsiteY18"/>
                  <a:gd fmla="*/ 1831461 w 1879475" name="connsiteX19"/>
                  <a:gd fmla="*/ 160164 h 344249" name="connsiteY19"/>
                  <a:gd fmla="*/ 1717495 w 1879475" name="connsiteX20"/>
                  <a:gd fmla="*/ 124884 h 344249" name="connsiteY20"/>
                  <a:gd fmla="*/ 1743795 w 1879475" name="connsiteX21"/>
                  <a:gd fmla="*/ 124884 h 344249" name="connsiteY21"/>
                  <a:gd fmla="*/ 1726261 w 1879475" name="connsiteX22"/>
                  <a:gd fmla="*/ 116117 h 344249" name="connsiteY22"/>
                  <a:gd fmla="*/ 1739518 w 1879475" name="connsiteX23"/>
                  <a:gd fmla="*/ 116117 h 344249" name="connsiteY23"/>
                  <a:gd fmla="*/ 1673662 w 1879475" name="connsiteX24"/>
                  <a:gd fmla="*/ 102861 h 344249" name="connsiteY24"/>
                  <a:gd fmla="*/ 1708729 w 1879475" name="connsiteX25"/>
                  <a:gd fmla="*/ 102861 h 344249" name="connsiteY25"/>
                  <a:gd fmla="*/ 1708729 w 1879475" name="connsiteX26"/>
                  <a:gd fmla="*/ 98370 h 344249" name="connsiteY26"/>
                  <a:gd fmla="*/ 1735028 w 1879475" name="connsiteX27"/>
                  <a:gd fmla="*/ 102861 h 344249" name="connsiteY27"/>
                  <a:gd fmla="*/ 1713005 w 1879475" name="connsiteX28"/>
                  <a:gd fmla="*/ 89604 h 344249" name="connsiteY28"/>
                  <a:gd fmla="*/ 1721772 w 1879475" name="connsiteX29"/>
                  <a:gd fmla="*/ 89604 h 344249" name="connsiteY29"/>
                  <a:gd fmla="*/ 1515649 w 1879475" name="connsiteX30"/>
                  <a:gd fmla="*/ 58814 h 344249" name="connsiteY30"/>
                  <a:gd fmla="*/ 1511159 w 1879475" name="connsiteX31"/>
                  <a:gd fmla="*/ 58814 h 344249" name="connsiteY31"/>
                  <a:gd fmla="*/ 1686492 w 1879475" name="connsiteX32"/>
                  <a:gd fmla="*/ 72071 h 344249" name="connsiteY32"/>
                  <a:gd fmla="*/ 1423493 w 1879475" name="connsiteX33"/>
                  <a:gd fmla="*/ 50047 h 344249" name="connsiteY33"/>
                  <a:gd fmla="*/ 1463050 w 1879475" name="connsiteX34"/>
                  <a:gd fmla="*/ 54537 h 344249" name="connsiteY34"/>
                  <a:gd fmla="*/ 1270184 w 1879475" name="connsiteX35"/>
                  <a:gd fmla="*/ 41280 h 344249" name="connsiteY35"/>
                  <a:gd fmla="*/ 1261417 w 1879475" name="connsiteX36"/>
                  <a:gd fmla="*/ 36790 h 344249" name="connsiteY36"/>
                  <a:gd fmla="*/ 1261417 w 1879475" name="connsiteX37"/>
                  <a:gd fmla="*/ 41280 h 344249" name="connsiteY37"/>
                  <a:gd fmla="*/ 1112385 w 1879475" name="connsiteX38"/>
                  <a:gd fmla="*/ 32514 h 344249" name="connsiteY38"/>
                  <a:gd fmla="*/ 1125642 w 1879475" name="connsiteX39"/>
                  <a:gd fmla="*/ 32514 h 344249" name="connsiteY39"/>
                  <a:gd fmla="*/ 1037976 w 1879475" name="connsiteX40"/>
                  <a:gd fmla="*/ 32514 h 344249" name="connsiteY40"/>
                  <a:gd fmla="*/ 1042252 w 1879475" name="connsiteX41"/>
                  <a:gd fmla="*/ 32514 h 344249" name="connsiteY41"/>
                  <a:gd fmla="*/ 998419 w 1879475" name="connsiteX42"/>
                  <a:gd fmla="*/ 32514 h 344249" name="connsiteY42"/>
                  <a:gd fmla="*/ 1015953 w 1879475" name="connsiteX43"/>
                  <a:gd fmla="*/ 28024 h 344249" name="connsiteY43"/>
                  <a:gd fmla="*/ 730931 w 1879475" name="connsiteX44"/>
                  <a:gd fmla="*/ 28024 h 344249" name="connsiteY44"/>
                  <a:gd fmla="*/ 717674 w 1879475" name="connsiteX45"/>
                  <a:gd fmla="*/ 32514 h 344249" name="connsiteY45"/>
                  <a:gd fmla="*/ 529085 w 1879475" name="connsiteX46"/>
                  <a:gd fmla="*/ 32514 h 344249" name="connsiteY46"/>
                  <a:gd fmla="*/ 730717 w 1879475" name="connsiteX47"/>
                  <a:gd fmla="*/ 19257 h 344249" name="connsiteY47"/>
                  <a:gd fmla="*/ 1147238 w 1879475" name="connsiteX48"/>
                  <a:gd fmla="*/ 19257 h 344249" name="connsiteY48"/>
                  <a:gd fmla="*/ 1633892 w 1879475" name="connsiteX49"/>
                  <a:gd fmla="*/ 58814 h 344249" name="connsiteY49"/>
                  <a:gd fmla="*/ 1625125 w 1879475" name="connsiteX50"/>
                  <a:gd fmla="*/ 50047 h 344249" name="connsiteY50"/>
                  <a:gd fmla="*/ 1028995 w 1879475" name="connsiteX51"/>
                  <a:gd fmla="*/ 14767 h 344249" name="connsiteY51"/>
                  <a:gd fmla="*/ 511766 w 1879475" name="connsiteX52"/>
                  <a:gd fmla="*/ 19257 h 344249" name="connsiteY52"/>
                  <a:gd fmla="*/ 1270184 w 1879475" name="connsiteX53"/>
                  <a:gd fmla="*/ 14767 h 344249" name="connsiteY53"/>
                  <a:gd fmla="*/ 1599038 w 1879475" name="connsiteX54"/>
                  <a:gd fmla="*/ 41067 h 344249" name="connsiteY54"/>
                  <a:gd fmla="*/ 1708729 w 1879475" name="connsiteX55"/>
                  <a:gd fmla="*/ 58600 h 344249" name="connsiteY55"/>
                  <a:gd fmla="*/ 1708729 w 1879475" name="connsiteX56"/>
                  <a:gd fmla="*/ 54110 h 344249" name="connsiteY56"/>
                  <a:gd fmla="*/ 1410664 w 1879475" name="connsiteX57"/>
                  <a:gd fmla="*/ 18829 h 344249" name="connsiteY57"/>
                  <a:gd fmla="*/ 1353574 w 1879475" name="connsiteX58"/>
                  <a:gd fmla="*/ 18829 h 344249" name="connsiteY58"/>
                  <a:gd fmla="*/ 1011676 w 1879475" name="connsiteX59"/>
                  <a:gd fmla="*/ 1296 h 344249" name="connsiteY59"/>
                  <a:gd fmla="*/ 853877 w 1879475" name="connsiteX60"/>
                  <a:gd fmla="*/ 1296 h 344249" name="connsiteY60"/>
                  <a:gd fmla="*/ 717888 w 1879475" name="connsiteX61"/>
                  <a:gd fmla="*/ 1296 h 344249" name="connsiteY61"/>
                  <a:gd fmla="*/ 577622 w 1879475" name="connsiteX62"/>
                  <a:gd fmla="*/ 10063 h 344249" name="connsiteY62"/>
                  <a:gd fmla="*/ 34092 w 1879475" name="connsiteX63"/>
                  <a:gd fmla="*/ 36363 h 344249" name="connsiteY63"/>
                  <a:gd fmla="*/ 7793 w 1879475" name="connsiteX64"/>
                  <a:gd fmla="*/ 49619 h 344249" name="connsiteY64"/>
                  <a:gd fmla="*/ 3302 w 1879475" name="connsiteX65"/>
                  <a:gd fmla="*/ 58386 h 344249" name="connsiteY65"/>
                  <a:gd fmla="*/ 7793 w 1879475" name="connsiteX66"/>
                  <a:gd fmla="*/ 67153 h 344249" name="connsiteY66"/>
                  <a:gd fmla="*/ 16559 w 1879475" name="connsiteX67"/>
                  <a:gd fmla="*/ 67153 h 344249" name="connsiteY67"/>
                  <a:gd fmla="*/ 3302 w 1879475" name="connsiteX68"/>
                  <a:gd fmla="*/ 75919 h 344249" name="connsiteY68"/>
                  <a:gd fmla="*/ 12069 w 1879475" name="connsiteX69"/>
                  <a:gd fmla="*/ 89176 h 344249" name="connsiteY69"/>
                  <a:gd fmla="*/ 12069 w 1879475" name="connsiteX70"/>
                  <a:gd fmla="*/ 89176 h 344249" name="connsiteY70"/>
                  <a:gd fmla="*/ 25326 w 1879475" name="connsiteX71"/>
                  <a:gd fmla="*/ 89176 h 344249" name="connsiteY71"/>
                  <a:gd fmla="*/ 7793 w 1879475" name="connsiteX72"/>
                  <a:gd fmla="*/ 106709 h 344249" name="connsiteY72"/>
                  <a:gd fmla="*/ 7793 w 1879475" name="connsiteX73"/>
                  <a:gd fmla="*/ 163799 h 344249" name="connsiteY73"/>
                  <a:gd fmla="*/ 16559 w 1879475" name="connsiteX74"/>
                  <a:gd fmla="*/ 172566 h 344249" name="connsiteY74"/>
                  <a:gd fmla="*/ 7793 w 1879475" name="connsiteX75"/>
                  <a:gd fmla="*/ 181332 h 344249" name="connsiteY75"/>
                  <a:gd fmla="*/ 12283 w 1879475" name="connsiteX76"/>
                  <a:gd fmla="*/ 185823 h 344249" name="connsiteY76"/>
                  <a:gd fmla="*/ 7793 w 1879475" name="connsiteX77"/>
                  <a:gd fmla="*/ 190313 h 344249" name="connsiteY77"/>
                  <a:gd fmla="*/ 12283 w 1879475" name="connsiteX78"/>
                  <a:gd fmla="*/ 190313 h 344249" name="connsiteY78"/>
                  <a:gd fmla="*/ 7793 w 1879475" name="connsiteX79"/>
                  <a:gd fmla="*/ 221103 h 344249" name="connsiteY79"/>
                  <a:gd fmla="*/ 29816 w 1879475" name="connsiteX80"/>
                  <a:gd fmla="*/ 251893 h 344249" name="connsiteY80"/>
                  <a:gd fmla="*/ 25326 w 1879475" name="connsiteX81"/>
                  <a:gd fmla="*/ 256383 h 344249" name="connsiteY81"/>
                  <a:gd fmla="*/ 12069 w 1879475" name="connsiteX82"/>
                  <a:gd fmla="*/ 269640 h 344249" name="connsiteY82"/>
                  <a:gd fmla="*/ 34092 w 1879475" name="connsiteX83"/>
                  <a:gd fmla="*/ 287173 h 344249" name="connsiteY83"/>
                  <a:gd fmla="*/ 20835 w 1879475" name="connsiteX84"/>
                  <a:gd fmla="*/ 291663 h 344249" name="connsiteY84"/>
                  <a:gd fmla="*/ 55902 w 1879475" name="connsiteX85"/>
                  <a:gd fmla="*/ 300430 h 344249" name="connsiteY85"/>
                  <a:gd fmla="*/ 560089 w 1879475" name="connsiteX86"/>
                  <a:gd fmla="*/ 309197 h 344249" name="connsiteY86"/>
                  <a:gd fmla="*/ 866920 w 1879475" name="connsiteX87"/>
                  <a:gd fmla="*/ 304706 h 344249" name="connsiteY87"/>
                  <a:gd fmla="*/ 1195775 w 1879475" name="connsiteX88"/>
                  <a:gd fmla="*/ 313473 h 344249" name="connsiteY88"/>
                  <a:gd fmla="*/ 1673662 w 1879475" name="connsiteX89"/>
                  <a:gd fmla="*/ 344263 h 344249" name="connsiteY89"/>
                  <a:gd fmla="*/ 1813927 w 1879475" name="connsiteX90"/>
                  <a:gd fmla="*/ 339773 h 344249" name="connsiteY90"/>
                  <a:gd fmla="*/ 1761328 w 1879475" name="connsiteX91"/>
                  <a:gd fmla="*/ 335283 h 344249" name="connsiteY91"/>
                  <a:gd fmla="*/ 1761328 w 1879475" name="connsiteX92"/>
                  <a:gd fmla="*/ 335283 h 344249" name="connsiteY92"/>
                  <a:gd fmla="*/ 1857760 w 1879475" name="connsiteX93"/>
                  <a:gd fmla="*/ 326516 h 344249" name="connsiteY93"/>
                  <a:gd fmla="*/ 1840228 w 1879475" name="connsiteX94"/>
                  <a:gd fmla="*/ 317750 h 344249" name="connsiteY94"/>
                  <a:gd fmla="*/ 1871018 w 1879475" name="connsiteX95"/>
                  <a:gd fmla="*/ 317750 h 344249" name="connsiteY95"/>
                  <a:gd fmla="*/ 1805161 w 1879475" name="connsiteX96"/>
                  <a:gd fmla="*/ 300216 h 344249" name="connsiteY96"/>
                  <a:gd fmla="*/ 1831461 w 1879475" name="connsiteX97"/>
                  <a:gd fmla="*/ 300216 h 344249" name="connsiteY97"/>
                  <a:gd fmla="*/ 1831461 w 1879475" name="connsiteX98"/>
                  <a:gd fmla="*/ 295726 h 344249" name="connsiteY98"/>
                  <a:gd fmla="*/ 1831461 w 1879475" name="connsiteX99"/>
                  <a:gd fmla="*/ 291236 h 344249" name="connsiteY99"/>
                  <a:gd fmla="*/ 1875294 w 1879475" name="connsiteX100"/>
                  <a:gd fmla="*/ 286746 h 344249" name="connsiteY100"/>
                  <a:gd fmla="*/ 1853271 w 1879475" name="connsiteX101"/>
                  <a:gd fmla="*/ 282255 h 344249" name="connsiteY101"/>
                  <a:gd fmla="*/ 1871018 w 1879475" name="connsiteX102"/>
                  <a:gd fmla="*/ 279476 h 344249" name="connsiteY102"/>
                  <a:gd fmla="*/ 1871018 w 1879475" name="connsiteX103"/>
                  <a:gd fmla="*/ 279476 h 344249" name="connsiteY103"/>
                  <a:gd fmla="*/ 490170 w 1879475" name="connsiteX104"/>
                  <a:gd fmla="*/ 33155 h 344249" name="connsiteY104"/>
                  <a:gd fmla="*/ 498937 w 1879475" name="connsiteX105"/>
                  <a:gd fmla="*/ 33155 h 344249" name="connsiteY105"/>
                  <a:gd fmla="*/ 490170 w 1879475" name="connsiteX106"/>
                  <a:gd fmla="*/ 33155 h 344249" name="connsiteY106"/>
                  <a:gd fmla="*/ 490170 w 1879475" name="connsiteX107"/>
                  <a:gd fmla="*/ 33155 h 344249" name="connsiteY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b="b" l="l" r="r" t="t"/>
                <a:pathLst>
                  <a:path h="344249" w="1879475">
                    <a:moveTo>
                      <a:pt x="1871018" y="279476"/>
                    </a:moveTo>
                    <a:cubicBezTo>
                      <a:pt x="1853484" y="270709"/>
                      <a:pt x="1853484" y="270709"/>
                      <a:pt x="1853484" y="270709"/>
                    </a:cubicBezTo>
                    <a:cubicBezTo>
                      <a:pt x="1857974" y="261942"/>
                      <a:pt x="1871018" y="270709"/>
                      <a:pt x="1879784" y="266219"/>
                    </a:cubicBezTo>
                    <a:cubicBezTo>
                      <a:pt x="1871018" y="257452"/>
                      <a:pt x="1853484" y="257452"/>
                      <a:pt x="1844718" y="252962"/>
                    </a:cubicBezTo>
                    <a:cubicBezTo>
                      <a:pt x="1844718" y="248472"/>
                      <a:pt x="1844718" y="248472"/>
                      <a:pt x="1849208" y="248472"/>
                    </a:cubicBezTo>
                    <a:cubicBezTo>
                      <a:pt x="1840442" y="239705"/>
                      <a:pt x="1840442" y="239705"/>
                      <a:pt x="1840442" y="239705"/>
                    </a:cubicBezTo>
                    <a:cubicBezTo>
                      <a:pt x="1840442" y="239705"/>
                      <a:pt x="1840442" y="235215"/>
                      <a:pt x="1844718" y="235215"/>
                    </a:cubicBezTo>
                    <a:cubicBezTo>
                      <a:pt x="1840442" y="230725"/>
                      <a:pt x="1831461" y="230725"/>
                      <a:pt x="1827185" y="226448"/>
                    </a:cubicBezTo>
                    <a:cubicBezTo>
                      <a:pt x="1862251" y="226448"/>
                      <a:pt x="1862251" y="226448"/>
                      <a:pt x="1862251" y="226448"/>
                    </a:cubicBezTo>
                    <a:cubicBezTo>
                      <a:pt x="1853484" y="221958"/>
                      <a:pt x="1840228" y="221958"/>
                      <a:pt x="1831461" y="217682"/>
                    </a:cubicBezTo>
                    <a:cubicBezTo>
                      <a:pt x="1840228" y="222172"/>
                      <a:pt x="1857760" y="217682"/>
                      <a:pt x="1866527" y="213192"/>
                    </a:cubicBezTo>
                    <a:cubicBezTo>
                      <a:pt x="1857760" y="213192"/>
                      <a:pt x="1848995" y="208701"/>
                      <a:pt x="1840228" y="204425"/>
                    </a:cubicBezTo>
                    <a:cubicBezTo>
                      <a:pt x="1871018" y="204425"/>
                      <a:pt x="1871018" y="204425"/>
                      <a:pt x="1871018" y="204425"/>
                    </a:cubicBezTo>
                    <a:cubicBezTo>
                      <a:pt x="1862251" y="204425"/>
                      <a:pt x="1853484" y="204425"/>
                      <a:pt x="1848995" y="195658"/>
                    </a:cubicBezTo>
                    <a:cubicBezTo>
                      <a:pt x="1857760" y="195658"/>
                      <a:pt x="1857760" y="195658"/>
                      <a:pt x="1857760" y="195658"/>
                    </a:cubicBezTo>
                    <a:cubicBezTo>
                      <a:pt x="1857760" y="195658"/>
                      <a:pt x="1857760" y="191168"/>
                      <a:pt x="1853271" y="191168"/>
                    </a:cubicBezTo>
                    <a:cubicBezTo>
                      <a:pt x="1857760" y="186678"/>
                      <a:pt x="1857760" y="186678"/>
                      <a:pt x="1857760" y="186678"/>
                    </a:cubicBezTo>
                    <a:cubicBezTo>
                      <a:pt x="1822694" y="173421"/>
                      <a:pt x="1822694" y="173421"/>
                      <a:pt x="1822694" y="173421"/>
                    </a:cubicBezTo>
                    <a:cubicBezTo>
                      <a:pt x="1831461" y="168931"/>
                      <a:pt x="1840228" y="168931"/>
                      <a:pt x="1848995" y="173421"/>
                    </a:cubicBezTo>
                    <a:cubicBezTo>
                      <a:pt x="1844504" y="164654"/>
                      <a:pt x="1831461" y="168931"/>
                      <a:pt x="1831461" y="160164"/>
                    </a:cubicBezTo>
                    <a:cubicBezTo>
                      <a:pt x="1796395" y="146907"/>
                      <a:pt x="1756838" y="138141"/>
                      <a:pt x="1717495" y="124884"/>
                    </a:cubicBezTo>
                    <a:cubicBezTo>
                      <a:pt x="1726261" y="120394"/>
                      <a:pt x="1739518" y="129374"/>
                      <a:pt x="1743795" y="124884"/>
                    </a:cubicBezTo>
                    <a:cubicBezTo>
                      <a:pt x="1726261" y="116117"/>
                      <a:pt x="1726261" y="116117"/>
                      <a:pt x="1726261" y="116117"/>
                    </a:cubicBezTo>
                    <a:cubicBezTo>
                      <a:pt x="1730752" y="116117"/>
                      <a:pt x="1735028" y="116117"/>
                      <a:pt x="1739518" y="116117"/>
                    </a:cubicBezTo>
                    <a:cubicBezTo>
                      <a:pt x="1673662" y="102861"/>
                      <a:pt x="1673662" y="102861"/>
                      <a:pt x="1673662" y="102861"/>
                    </a:cubicBezTo>
                    <a:cubicBezTo>
                      <a:pt x="1686919" y="94094"/>
                      <a:pt x="1699962" y="107351"/>
                      <a:pt x="1708729" y="102861"/>
                    </a:cubicBezTo>
                    <a:cubicBezTo>
                      <a:pt x="1708729" y="102861"/>
                      <a:pt x="1704238" y="102861"/>
                      <a:pt x="1708729" y="98370"/>
                    </a:cubicBezTo>
                    <a:cubicBezTo>
                      <a:pt x="1713219" y="98370"/>
                      <a:pt x="1726261" y="98370"/>
                      <a:pt x="1735028" y="102861"/>
                    </a:cubicBezTo>
                    <a:cubicBezTo>
                      <a:pt x="1726261" y="98370"/>
                      <a:pt x="1721772" y="98370"/>
                      <a:pt x="1713005" y="89604"/>
                    </a:cubicBezTo>
                    <a:cubicBezTo>
                      <a:pt x="1717495" y="89604"/>
                      <a:pt x="1717495" y="89604"/>
                      <a:pt x="1721772" y="89604"/>
                    </a:cubicBezTo>
                    <a:cubicBezTo>
                      <a:pt x="1655915" y="72071"/>
                      <a:pt x="1585782" y="67580"/>
                      <a:pt x="1515649" y="58814"/>
                    </a:cubicBezTo>
                    <a:cubicBezTo>
                      <a:pt x="1511159" y="58814"/>
                      <a:pt x="1511159" y="58814"/>
                      <a:pt x="1511159" y="58814"/>
                    </a:cubicBezTo>
                    <a:cubicBezTo>
                      <a:pt x="1568249" y="58814"/>
                      <a:pt x="1638382" y="67580"/>
                      <a:pt x="1686492" y="72071"/>
                    </a:cubicBezTo>
                    <a:cubicBezTo>
                      <a:pt x="1603102" y="54537"/>
                      <a:pt x="1511159" y="45771"/>
                      <a:pt x="1423493" y="50047"/>
                    </a:cubicBezTo>
                    <a:cubicBezTo>
                      <a:pt x="1463050" y="54537"/>
                      <a:pt x="1463050" y="54537"/>
                      <a:pt x="1463050" y="54537"/>
                    </a:cubicBezTo>
                    <a:cubicBezTo>
                      <a:pt x="1397193" y="59028"/>
                      <a:pt x="1331551" y="41280"/>
                      <a:pt x="1270184" y="41280"/>
                    </a:cubicBezTo>
                    <a:cubicBezTo>
                      <a:pt x="1261417" y="36790"/>
                      <a:pt x="1261417" y="36790"/>
                      <a:pt x="1261417" y="36790"/>
                    </a:cubicBezTo>
                    <a:cubicBezTo>
                      <a:pt x="1256927" y="36790"/>
                      <a:pt x="1265694" y="36790"/>
                      <a:pt x="1261417" y="41280"/>
                    </a:cubicBezTo>
                    <a:cubicBezTo>
                      <a:pt x="1112385" y="32514"/>
                      <a:pt x="1112385" y="32514"/>
                      <a:pt x="1112385" y="32514"/>
                    </a:cubicBezTo>
                    <a:cubicBezTo>
                      <a:pt x="1116876" y="32514"/>
                      <a:pt x="1121152" y="32514"/>
                      <a:pt x="1125642" y="32514"/>
                    </a:cubicBezTo>
                    <a:cubicBezTo>
                      <a:pt x="1099342" y="28024"/>
                      <a:pt x="1064276" y="32514"/>
                      <a:pt x="1037976" y="32514"/>
                    </a:cubicBezTo>
                    <a:cubicBezTo>
                      <a:pt x="1042252" y="32514"/>
                      <a:pt x="1042252" y="32514"/>
                      <a:pt x="1042252" y="32514"/>
                    </a:cubicBezTo>
                    <a:cubicBezTo>
                      <a:pt x="1028995" y="32514"/>
                      <a:pt x="1011462" y="37004"/>
                      <a:pt x="998419" y="32514"/>
                    </a:cubicBezTo>
                    <a:cubicBezTo>
                      <a:pt x="1002909" y="32514"/>
                      <a:pt x="1011676" y="28024"/>
                      <a:pt x="1015953" y="28024"/>
                    </a:cubicBezTo>
                    <a:cubicBezTo>
                      <a:pt x="919520" y="23533"/>
                      <a:pt x="831854" y="28024"/>
                      <a:pt x="730931" y="28024"/>
                    </a:cubicBezTo>
                    <a:cubicBezTo>
                      <a:pt x="717674" y="32514"/>
                      <a:pt x="717674" y="32514"/>
                      <a:pt x="717674" y="32514"/>
                    </a:cubicBezTo>
                    <a:cubicBezTo>
                      <a:pt x="656308" y="32514"/>
                      <a:pt x="594941" y="28024"/>
                      <a:pt x="529085" y="32514"/>
                    </a:cubicBezTo>
                    <a:cubicBezTo>
                      <a:pt x="594941" y="19257"/>
                      <a:pt x="660584" y="23747"/>
                      <a:pt x="730717" y="19257"/>
                    </a:cubicBezTo>
                    <a:cubicBezTo>
                      <a:pt x="1147238" y="19257"/>
                      <a:pt x="1147238" y="19257"/>
                      <a:pt x="1147238" y="19257"/>
                    </a:cubicBezTo>
                    <a:cubicBezTo>
                      <a:pt x="1318294" y="32514"/>
                      <a:pt x="1467326" y="36790"/>
                      <a:pt x="1633892" y="58814"/>
                    </a:cubicBezTo>
                    <a:cubicBezTo>
                      <a:pt x="1633892" y="54324"/>
                      <a:pt x="1629615" y="54324"/>
                      <a:pt x="1625125" y="50047"/>
                    </a:cubicBezTo>
                    <a:cubicBezTo>
                      <a:pt x="1423493" y="32514"/>
                      <a:pt x="1234904" y="14767"/>
                      <a:pt x="1028995" y="14767"/>
                    </a:cubicBezTo>
                    <a:cubicBezTo>
                      <a:pt x="857940" y="6000"/>
                      <a:pt x="682607" y="19257"/>
                      <a:pt x="511766" y="19257"/>
                    </a:cubicBezTo>
                    <a:cubicBezTo>
                      <a:pt x="761721" y="1724"/>
                      <a:pt x="1015953" y="6000"/>
                      <a:pt x="1270184" y="14767"/>
                    </a:cubicBezTo>
                    <a:cubicBezTo>
                      <a:pt x="1599038" y="41067"/>
                      <a:pt x="1599038" y="41067"/>
                      <a:pt x="1599038" y="41067"/>
                    </a:cubicBezTo>
                    <a:cubicBezTo>
                      <a:pt x="1708729" y="58600"/>
                      <a:pt x="1708729" y="58600"/>
                      <a:pt x="1708729" y="58600"/>
                    </a:cubicBezTo>
                    <a:cubicBezTo>
                      <a:pt x="1708729" y="54110"/>
                      <a:pt x="1708729" y="54110"/>
                      <a:pt x="1708729" y="54110"/>
                    </a:cubicBezTo>
                    <a:cubicBezTo>
                      <a:pt x="1603529" y="32086"/>
                      <a:pt x="1515863" y="32086"/>
                      <a:pt x="1410664" y="18829"/>
                    </a:cubicBezTo>
                    <a:cubicBezTo>
                      <a:pt x="1388640" y="27596"/>
                      <a:pt x="1371107" y="10063"/>
                      <a:pt x="1353574" y="18829"/>
                    </a:cubicBezTo>
                    <a:cubicBezTo>
                      <a:pt x="1243885" y="5573"/>
                      <a:pt x="1121152" y="10063"/>
                      <a:pt x="1011676" y="1296"/>
                    </a:cubicBezTo>
                    <a:cubicBezTo>
                      <a:pt x="959076" y="5786"/>
                      <a:pt x="906477" y="-3194"/>
                      <a:pt x="853877" y="1296"/>
                    </a:cubicBezTo>
                    <a:cubicBezTo>
                      <a:pt x="717888" y="1296"/>
                      <a:pt x="717888" y="1296"/>
                      <a:pt x="717888" y="1296"/>
                    </a:cubicBezTo>
                    <a:cubicBezTo>
                      <a:pt x="674055" y="5786"/>
                      <a:pt x="625732" y="10063"/>
                      <a:pt x="577622" y="10063"/>
                    </a:cubicBezTo>
                    <a:cubicBezTo>
                      <a:pt x="397800" y="18829"/>
                      <a:pt x="226958" y="10063"/>
                      <a:pt x="34092" y="36363"/>
                    </a:cubicBezTo>
                    <a:cubicBezTo>
                      <a:pt x="7793" y="49619"/>
                      <a:pt x="7793" y="49619"/>
                      <a:pt x="7793" y="49619"/>
                    </a:cubicBezTo>
                    <a:cubicBezTo>
                      <a:pt x="12283" y="54110"/>
                      <a:pt x="7793" y="54110"/>
                      <a:pt x="3302" y="58386"/>
                    </a:cubicBezTo>
                    <a:cubicBezTo>
                      <a:pt x="7793" y="58386"/>
                      <a:pt x="7793" y="62876"/>
                      <a:pt x="7793" y="67153"/>
                    </a:cubicBezTo>
                    <a:cubicBezTo>
                      <a:pt x="12283" y="67153"/>
                      <a:pt x="16559" y="62662"/>
                      <a:pt x="16559" y="67153"/>
                    </a:cubicBezTo>
                    <a:cubicBezTo>
                      <a:pt x="12069" y="71643"/>
                      <a:pt x="7793" y="75919"/>
                      <a:pt x="3302" y="75919"/>
                    </a:cubicBezTo>
                    <a:cubicBezTo>
                      <a:pt x="3302" y="84686"/>
                      <a:pt x="12069" y="84686"/>
                      <a:pt x="12069" y="89176"/>
                    </a:cubicBezTo>
                    <a:lnTo>
                      <a:pt x="12069" y="89176"/>
                    </a:lnTo>
                    <a:cubicBezTo>
                      <a:pt x="16559" y="89176"/>
                      <a:pt x="20835" y="89176"/>
                      <a:pt x="25326" y="89176"/>
                    </a:cubicBezTo>
                    <a:cubicBezTo>
                      <a:pt x="16559" y="93666"/>
                      <a:pt x="16559" y="102433"/>
                      <a:pt x="7793" y="106709"/>
                    </a:cubicBezTo>
                    <a:cubicBezTo>
                      <a:pt x="7793" y="128733"/>
                      <a:pt x="-9741" y="146266"/>
                      <a:pt x="7793" y="163799"/>
                    </a:cubicBezTo>
                    <a:cubicBezTo>
                      <a:pt x="3302" y="172566"/>
                      <a:pt x="16559" y="168289"/>
                      <a:pt x="16559" y="172566"/>
                    </a:cubicBezTo>
                    <a:cubicBezTo>
                      <a:pt x="16559" y="177056"/>
                      <a:pt x="12069" y="177056"/>
                      <a:pt x="7793" y="181332"/>
                    </a:cubicBezTo>
                    <a:cubicBezTo>
                      <a:pt x="12283" y="185823"/>
                      <a:pt x="12283" y="185823"/>
                      <a:pt x="12283" y="185823"/>
                    </a:cubicBezTo>
                    <a:cubicBezTo>
                      <a:pt x="16773" y="185823"/>
                      <a:pt x="12283" y="185823"/>
                      <a:pt x="7793" y="190313"/>
                    </a:cubicBezTo>
                    <a:cubicBezTo>
                      <a:pt x="12283" y="190313"/>
                      <a:pt x="12283" y="190313"/>
                      <a:pt x="12283" y="190313"/>
                    </a:cubicBezTo>
                    <a:cubicBezTo>
                      <a:pt x="-974" y="199080"/>
                      <a:pt x="12283" y="212336"/>
                      <a:pt x="7793" y="221103"/>
                    </a:cubicBezTo>
                    <a:cubicBezTo>
                      <a:pt x="7793" y="234360"/>
                      <a:pt x="12283" y="251893"/>
                      <a:pt x="29816" y="251893"/>
                    </a:cubicBezTo>
                    <a:cubicBezTo>
                      <a:pt x="25326" y="256383"/>
                      <a:pt x="25326" y="256383"/>
                      <a:pt x="25326" y="256383"/>
                    </a:cubicBezTo>
                    <a:cubicBezTo>
                      <a:pt x="16559" y="256383"/>
                      <a:pt x="12069" y="260873"/>
                      <a:pt x="12069" y="269640"/>
                    </a:cubicBezTo>
                    <a:cubicBezTo>
                      <a:pt x="16559" y="278407"/>
                      <a:pt x="25326" y="282897"/>
                      <a:pt x="34092" y="287173"/>
                    </a:cubicBezTo>
                    <a:cubicBezTo>
                      <a:pt x="20835" y="291663"/>
                      <a:pt x="20835" y="291663"/>
                      <a:pt x="20835" y="291663"/>
                    </a:cubicBezTo>
                    <a:cubicBezTo>
                      <a:pt x="55902" y="300430"/>
                      <a:pt x="55902" y="300430"/>
                      <a:pt x="55902" y="300430"/>
                    </a:cubicBezTo>
                    <a:cubicBezTo>
                      <a:pt x="218191" y="317963"/>
                      <a:pt x="397800" y="322453"/>
                      <a:pt x="560089" y="309197"/>
                    </a:cubicBezTo>
                    <a:cubicBezTo>
                      <a:pt x="866920" y="304706"/>
                      <a:pt x="866920" y="304706"/>
                      <a:pt x="866920" y="304706"/>
                    </a:cubicBezTo>
                    <a:cubicBezTo>
                      <a:pt x="1195775" y="313473"/>
                      <a:pt x="1195775" y="313473"/>
                      <a:pt x="1195775" y="313473"/>
                    </a:cubicBezTo>
                    <a:cubicBezTo>
                      <a:pt x="1673662" y="344263"/>
                      <a:pt x="1673662" y="344263"/>
                      <a:pt x="1673662" y="344263"/>
                    </a:cubicBezTo>
                    <a:cubicBezTo>
                      <a:pt x="1726261" y="348753"/>
                      <a:pt x="1765818" y="344263"/>
                      <a:pt x="1813927" y="339773"/>
                    </a:cubicBezTo>
                    <a:cubicBezTo>
                      <a:pt x="1796395" y="339773"/>
                      <a:pt x="1778861" y="339773"/>
                      <a:pt x="1761328" y="335283"/>
                    </a:cubicBezTo>
                    <a:lnTo>
                      <a:pt x="1761328" y="335283"/>
                    </a:lnTo>
                    <a:cubicBezTo>
                      <a:pt x="1792118" y="335283"/>
                      <a:pt x="1827185" y="330792"/>
                      <a:pt x="1857760" y="326516"/>
                    </a:cubicBezTo>
                    <a:cubicBezTo>
                      <a:pt x="1853271" y="322026"/>
                      <a:pt x="1844504" y="326516"/>
                      <a:pt x="1840228" y="317750"/>
                    </a:cubicBezTo>
                    <a:cubicBezTo>
                      <a:pt x="1848995" y="317750"/>
                      <a:pt x="1862251" y="317750"/>
                      <a:pt x="1871018" y="317750"/>
                    </a:cubicBezTo>
                    <a:cubicBezTo>
                      <a:pt x="1853484" y="304493"/>
                      <a:pt x="1822694" y="313259"/>
                      <a:pt x="1805161" y="300216"/>
                    </a:cubicBezTo>
                    <a:cubicBezTo>
                      <a:pt x="1831461" y="300216"/>
                      <a:pt x="1831461" y="300216"/>
                      <a:pt x="1831461" y="300216"/>
                    </a:cubicBezTo>
                    <a:cubicBezTo>
                      <a:pt x="1831461" y="295726"/>
                      <a:pt x="1831461" y="295726"/>
                      <a:pt x="1831461" y="295726"/>
                    </a:cubicBezTo>
                    <a:cubicBezTo>
                      <a:pt x="1831461" y="291236"/>
                      <a:pt x="1831461" y="291236"/>
                      <a:pt x="1831461" y="291236"/>
                    </a:cubicBezTo>
                    <a:cubicBezTo>
                      <a:pt x="1848995" y="300002"/>
                      <a:pt x="1857760" y="286746"/>
                      <a:pt x="1875294" y="286746"/>
                    </a:cubicBezTo>
                    <a:cubicBezTo>
                      <a:pt x="1866527" y="282255"/>
                      <a:pt x="1857760" y="282255"/>
                      <a:pt x="1853271" y="282255"/>
                    </a:cubicBezTo>
                    <a:cubicBezTo>
                      <a:pt x="1853484" y="274986"/>
                      <a:pt x="1871018" y="279476"/>
                      <a:pt x="1871018" y="279476"/>
                    </a:cubicBezTo>
                    <a:lnTo>
                      <a:pt x="1871018" y="279476"/>
                    </a:lnTo>
                    <a:close/>
                    <a:moveTo>
                      <a:pt x="490170" y="33155"/>
                    </a:moveTo>
                    <a:cubicBezTo>
                      <a:pt x="494446" y="33155"/>
                      <a:pt x="494446" y="33155"/>
                      <a:pt x="498937" y="33155"/>
                    </a:cubicBezTo>
                    <a:cubicBezTo>
                      <a:pt x="498937" y="33155"/>
                      <a:pt x="494446" y="33155"/>
                      <a:pt x="490170" y="33155"/>
                    </a:cubicBezTo>
                    <a:lnTo>
                      <a:pt x="490170" y="33155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 anchorCtr="false" bIns="70920" lIns="91440" rIns="98640" tIns="45720" wrap="square">
                <a:normAutofit fontScale="92500"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2800" u="none">
                    <a:solidFill>
                      <a:srgbClr val="FFFFFF"/>
                    </a:solidFill>
                    <a:latin typeface="Calibri"/>
                  </a:rPr>
                  <a:t>4</a:t>
                </a:r>
              </a:p>
            </p:txBody>
          </p:sp>
        </p:grpSp>
        <p:grpSp>
          <p:nvGrpSpPr>
            <p:cNvPr descr="6d2c2a05-dd97-40e4-b104-5c1dc20415c7" id="12" name="组合 11">
              <a:extLst>
                <a:ext uri="{FF2B5EF4-FFF2-40B4-BE49-F238E27FC236}">
                  <a16:creationId id="{28CD9FC9-BEBD-679A-EBBF-2DC860EE65B2}"/>
                </a:ext>
              </a:extLst>
            </p:cNvPr>
            <p:cNvGrpSpPr/>
            <p:nvPr/>
          </p:nvGrpSpPr>
          <p:grpSpPr>
            <a:xfrm>
              <a:off x="9414745" y="2269490"/>
              <a:ext cx="2104154" cy="3193061"/>
              <a:chOff x="9414745" y="2269490"/>
              <a:chExt cx="2104154" cy="3193061"/>
            </a:xfrm>
          </p:grpSpPr>
          <p:grpSp>
            <p:nvGrpSpPr>
              <p:cNvPr descr="ba5dcca6-3fc4-46df-9356-09bcb8bf371d" id="95" name="组合 94">
                <a:extLst>
                  <a:ext uri="{FF2B5EF4-FFF2-40B4-BE49-F238E27FC236}">
                    <a16:creationId id="{9CD1ACC2-79D9-F7D2-A237-5923BDFDC14F}"/>
                  </a:ext>
                </a:extLst>
              </p:cNvPr>
              <p:cNvGrpSpPr/>
              <p:nvPr/>
            </p:nvGrpSpPr>
            <p:grpSpPr>
              <a:xfrm>
                <a:off x="9414745" y="2269490"/>
                <a:ext cx="2104154" cy="2952604"/>
                <a:chOff x="9414745" y="3035300"/>
                <a:chExt cx="2104154" cy="2952604"/>
              </a:xfrm>
            </p:grpSpPr>
            <p:sp>
              <p:nvSpPr>
                <p:cNvPr descr="160ac1cd-2cbb-45d1-8b1c-84fc6cbfb918" id="68" name="ComponentBackground5">
                  <a:extLst>
                    <a:ext uri="{FF2B5EF4-FFF2-40B4-BE49-F238E27FC236}">
                      <a16:creationId id="{94EC9BF9-815F-1C62-35D4-B1B2F8F121CF}"/>
                    </a:ext>
                  </a:extLst>
                </p:cNvPr>
                <p:cNvSpPr/>
                <p:nvPr/>
              </p:nvSpPr>
              <p:spPr>
                <a:xfrm flipH="false" flipV="false">
                  <a:off x="9414745" y="3035300"/>
                  <a:ext cx="2104154" cy="2952604"/>
                </a:xfrm>
                <a:prstGeom prst="rect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e9ad81c5-f87c-478b-9c5c-995328945f2d" id="83" name="Bullet5">
                  <a:extLst>
                    <a:ext uri="{FF2B5EF4-FFF2-40B4-BE49-F238E27FC236}">
                      <a16:creationId id="{F2B8520E-8ED7-4DDA-07E0-3B4E09E5232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095" y="3046600"/>
                  <a:ext cx="2091454" cy="11869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Iconic Buildings</a:t>
                  </a:r>
                </a:p>
              </p:txBody>
            </p:sp>
            <p:sp>
              <p:nvSpPr>
                <p:cNvPr descr="9560f06c-a78c-4e49-84ec-df7b04430da6" id="84" name="Text5">
                  <a:extLst>
                    <a:ext uri="{FF2B5EF4-FFF2-40B4-BE49-F238E27FC236}">
                      <a16:creationId id="{53A7459B-A756-7795-E818-0D48200B7D43}"/>
                    </a:ext>
                  </a:extLst>
                </p:cNvPr>
                <p:cNvSpPr/>
                <p:nvPr/>
              </p:nvSpPr>
              <p:spPr>
                <a:xfrm flipH="false" flipV="false">
                  <a:off x="9421095" y="4233588"/>
                  <a:ext cx="2091454" cy="149411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b="false" i="false" lang="en-US" sz="1200" u="none">
                      <a:solidFill>
                        <a:srgbClr val="000000"/>
                      </a:solidFill>
                      <a:latin typeface="Arial"/>
                    </a:rPr>
                    <a:t>Included the Chrysler Building in New York.</a:t>
                  </a:r>
                </a:p>
              </p:txBody>
            </p:sp>
          </p:grpSp>
          <p:sp>
            <p:nvSpPr>
              <p:cNvPr descr="678863d0-fd0f-4e1e-9227-edc662ef934c" id="7" name="Number5">
                <a:extLst>
                  <a:ext uri="{FF2B5EF4-FFF2-40B4-BE49-F238E27FC236}">
                    <a16:creationId id="{20AD8EE7-9F07-2012-DE7E-BE93E9B71CD2}"/>
                  </a:ext>
                </a:extLst>
              </p:cNvPr>
              <p:cNvSpPr/>
              <p:nvPr/>
            </p:nvSpPr>
            <p:spPr bwMode="auto">
              <a:xfrm flipH="false" flipV="false">
                <a:off x="10070783" y="4981637"/>
                <a:ext cx="792083" cy="480914"/>
              </a:xfrm>
              <a:custGeom>
                <a:avLst/>
                <a:gdLst>
                  <a:gd fmla="*/ 1871018 w 1879475" name="connsiteX0"/>
                  <a:gd fmla="*/ 279476 h 344249" name="connsiteY0"/>
                  <a:gd fmla="*/ 1853484 w 1879475" name="connsiteX1"/>
                  <a:gd fmla="*/ 270709 h 344249" name="connsiteY1"/>
                  <a:gd fmla="*/ 1879784 w 1879475" name="connsiteX2"/>
                  <a:gd fmla="*/ 266219 h 344249" name="connsiteY2"/>
                  <a:gd fmla="*/ 1844718 w 1879475" name="connsiteX3"/>
                  <a:gd fmla="*/ 252962 h 344249" name="connsiteY3"/>
                  <a:gd fmla="*/ 1849208 w 1879475" name="connsiteX4"/>
                  <a:gd fmla="*/ 248472 h 344249" name="connsiteY4"/>
                  <a:gd fmla="*/ 1840442 w 1879475" name="connsiteX5"/>
                  <a:gd fmla="*/ 239705 h 344249" name="connsiteY5"/>
                  <a:gd fmla="*/ 1844718 w 1879475" name="connsiteX6"/>
                  <a:gd fmla="*/ 235215 h 344249" name="connsiteY6"/>
                  <a:gd fmla="*/ 1827185 w 1879475" name="connsiteX7"/>
                  <a:gd fmla="*/ 226448 h 344249" name="connsiteY7"/>
                  <a:gd fmla="*/ 1862251 w 1879475" name="connsiteX8"/>
                  <a:gd fmla="*/ 226448 h 344249" name="connsiteY8"/>
                  <a:gd fmla="*/ 1831461 w 1879475" name="connsiteX9"/>
                  <a:gd fmla="*/ 217682 h 344249" name="connsiteY9"/>
                  <a:gd fmla="*/ 1866527 w 1879475" name="connsiteX10"/>
                  <a:gd fmla="*/ 213192 h 344249" name="connsiteY10"/>
                  <a:gd fmla="*/ 1840228 w 1879475" name="connsiteX11"/>
                  <a:gd fmla="*/ 204425 h 344249" name="connsiteY11"/>
                  <a:gd fmla="*/ 1871018 w 1879475" name="connsiteX12"/>
                  <a:gd fmla="*/ 204425 h 344249" name="connsiteY12"/>
                  <a:gd fmla="*/ 1848995 w 1879475" name="connsiteX13"/>
                  <a:gd fmla="*/ 195658 h 344249" name="connsiteY13"/>
                  <a:gd fmla="*/ 1857760 w 1879475" name="connsiteX14"/>
                  <a:gd fmla="*/ 195658 h 344249" name="connsiteY14"/>
                  <a:gd fmla="*/ 1853271 w 1879475" name="connsiteX15"/>
                  <a:gd fmla="*/ 191168 h 344249" name="connsiteY15"/>
                  <a:gd fmla="*/ 1857760 w 1879475" name="connsiteX16"/>
                  <a:gd fmla="*/ 186678 h 344249" name="connsiteY16"/>
                  <a:gd fmla="*/ 1822694 w 1879475" name="connsiteX17"/>
                  <a:gd fmla="*/ 173421 h 344249" name="connsiteY17"/>
                  <a:gd fmla="*/ 1848995 w 1879475" name="connsiteX18"/>
                  <a:gd fmla="*/ 173421 h 344249" name="connsiteY18"/>
                  <a:gd fmla="*/ 1831461 w 1879475" name="connsiteX19"/>
                  <a:gd fmla="*/ 160164 h 344249" name="connsiteY19"/>
                  <a:gd fmla="*/ 1717495 w 1879475" name="connsiteX20"/>
                  <a:gd fmla="*/ 124884 h 344249" name="connsiteY20"/>
                  <a:gd fmla="*/ 1743795 w 1879475" name="connsiteX21"/>
                  <a:gd fmla="*/ 124884 h 344249" name="connsiteY21"/>
                  <a:gd fmla="*/ 1726261 w 1879475" name="connsiteX22"/>
                  <a:gd fmla="*/ 116117 h 344249" name="connsiteY22"/>
                  <a:gd fmla="*/ 1739518 w 1879475" name="connsiteX23"/>
                  <a:gd fmla="*/ 116117 h 344249" name="connsiteY23"/>
                  <a:gd fmla="*/ 1673662 w 1879475" name="connsiteX24"/>
                  <a:gd fmla="*/ 102861 h 344249" name="connsiteY24"/>
                  <a:gd fmla="*/ 1708729 w 1879475" name="connsiteX25"/>
                  <a:gd fmla="*/ 102861 h 344249" name="connsiteY25"/>
                  <a:gd fmla="*/ 1708729 w 1879475" name="connsiteX26"/>
                  <a:gd fmla="*/ 98370 h 344249" name="connsiteY26"/>
                  <a:gd fmla="*/ 1735028 w 1879475" name="connsiteX27"/>
                  <a:gd fmla="*/ 102861 h 344249" name="connsiteY27"/>
                  <a:gd fmla="*/ 1713005 w 1879475" name="connsiteX28"/>
                  <a:gd fmla="*/ 89604 h 344249" name="connsiteY28"/>
                  <a:gd fmla="*/ 1721772 w 1879475" name="connsiteX29"/>
                  <a:gd fmla="*/ 89604 h 344249" name="connsiteY29"/>
                  <a:gd fmla="*/ 1515649 w 1879475" name="connsiteX30"/>
                  <a:gd fmla="*/ 58814 h 344249" name="connsiteY30"/>
                  <a:gd fmla="*/ 1511159 w 1879475" name="connsiteX31"/>
                  <a:gd fmla="*/ 58814 h 344249" name="connsiteY31"/>
                  <a:gd fmla="*/ 1686492 w 1879475" name="connsiteX32"/>
                  <a:gd fmla="*/ 72071 h 344249" name="connsiteY32"/>
                  <a:gd fmla="*/ 1423493 w 1879475" name="connsiteX33"/>
                  <a:gd fmla="*/ 50047 h 344249" name="connsiteY33"/>
                  <a:gd fmla="*/ 1463050 w 1879475" name="connsiteX34"/>
                  <a:gd fmla="*/ 54537 h 344249" name="connsiteY34"/>
                  <a:gd fmla="*/ 1270184 w 1879475" name="connsiteX35"/>
                  <a:gd fmla="*/ 41280 h 344249" name="connsiteY35"/>
                  <a:gd fmla="*/ 1261417 w 1879475" name="connsiteX36"/>
                  <a:gd fmla="*/ 36790 h 344249" name="connsiteY36"/>
                  <a:gd fmla="*/ 1261417 w 1879475" name="connsiteX37"/>
                  <a:gd fmla="*/ 41280 h 344249" name="connsiteY37"/>
                  <a:gd fmla="*/ 1112385 w 1879475" name="connsiteX38"/>
                  <a:gd fmla="*/ 32514 h 344249" name="connsiteY38"/>
                  <a:gd fmla="*/ 1125642 w 1879475" name="connsiteX39"/>
                  <a:gd fmla="*/ 32514 h 344249" name="connsiteY39"/>
                  <a:gd fmla="*/ 1037976 w 1879475" name="connsiteX40"/>
                  <a:gd fmla="*/ 32514 h 344249" name="connsiteY40"/>
                  <a:gd fmla="*/ 1042252 w 1879475" name="connsiteX41"/>
                  <a:gd fmla="*/ 32514 h 344249" name="connsiteY41"/>
                  <a:gd fmla="*/ 998419 w 1879475" name="connsiteX42"/>
                  <a:gd fmla="*/ 32514 h 344249" name="connsiteY42"/>
                  <a:gd fmla="*/ 1015953 w 1879475" name="connsiteX43"/>
                  <a:gd fmla="*/ 28024 h 344249" name="connsiteY43"/>
                  <a:gd fmla="*/ 730931 w 1879475" name="connsiteX44"/>
                  <a:gd fmla="*/ 28024 h 344249" name="connsiteY44"/>
                  <a:gd fmla="*/ 717674 w 1879475" name="connsiteX45"/>
                  <a:gd fmla="*/ 32514 h 344249" name="connsiteY45"/>
                  <a:gd fmla="*/ 529085 w 1879475" name="connsiteX46"/>
                  <a:gd fmla="*/ 32514 h 344249" name="connsiteY46"/>
                  <a:gd fmla="*/ 730717 w 1879475" name="connsiteX47"/>
                  <a:gd fmla="*/ 19257 h 344249" name="connsiteY47"/>
                  <a:gd fmla="*/ 1147238 w 1879475" name="connsiteX48"/>
                  <a:gd fmla="*/ 19257 h 344249" name="connsiteY48"/>
                  <a:gd fmla="*/ 1633892 w 1879475" name="connsiteX49"/>
                  <a:gd fmla="*/ 58814 h 344249" name="connsiteY49"/>
                  <a:gd fmla="*/ 1625125 w 1879475" name="connsiteX50"/>
                  <a:gd fmla="*/ 50047 h 344249" name="connsiteY50"/>
                  <a:gd fmla="*/ 1028995 w 1879475" name="connsiteX51"/>
                  <a:gd fmla="*/ 14767 h 344249" name="connsiteY51"/>
                  <a:gd fmla="*/ 511766 w 1879475" name="connsiteX52"/>
                  <a:gd fmla="*/ 19257 h 344249" name="connsiteY52"/>
                  <a:gd fmla="*/ 1270184 w 1879475" name="connsiteX53"/>
                  <a:gd fmla="*/ 14767 h 344249" name="connsiteY53"/>
                  <a:gd fmla="*/ 1599038 w 1879475" name="connsiteX54"/>
                  <a:gd fmla="*/ 41067 h 344249" name="connsiteY54"/>
                  <a:gd fmla="*/ 1708729 w 1879475" name="connsiteX55"/>
                  <a:gd fmla="*/ 58600 h 344249" name="connsiteY55"/>
                  <a:gd fmla="*/ 1708729 w 1879475" name="connsiteX56"/>
                  <a:gd fmla="*/ 54110 h 344249" name="connsiteY56"/>
                  <a:gd fmla="*/ 1410664 w 1879475" name="connsiteX57"/>
                  <a:gd fmla="*/ 18829 h 344249" name="connsiteY57"/>
                  <a:gd fmla="*/ 1353574 w 1879475" name="connsiteX58"/>
                  <a:gd fmla="*/ 18829 h 344249" name="connsiteY58"/>
                  <a:gd fmla="*/ 1011676 w 1879475" name="connsiteX59"/>
                  <a:gd fmla="*/ 1296 h 344249" name="connsiteY59"/>
                  <a:gd fmla="*/ 853877 w 1879475" name="connsiteX60"/>
                  <a:gd fmla="*/ 1296 h 344249" name="connsiteY60"/>
                  <a:gd fmla="*/ 717888 w 1879475" name="connsiteX61"/>
                  <a:gd fmla="*/ 1296 h 344249" name="connsiteY61"/>
                  <a:gd fmla="*/ 577622 w 1879475" name="connsiteX62"/>
                  <a:gd fmla="*/ 10063 h 344249" name="connsiteY62"/>
                  <a:gd fmla="*/ 34092 w 1879475" name="connsiteX63"/>
                  <a:gd fmla="*/ 36363 h 344249" name="connsiteY63"/>
                  <a:gd fmla="*/ 7793 w 1879475" name="connsiteX64"/>
                  <a:gd fmla="*/ 49619 h 344249" name="connsiteY64"/>
                  <a:gd fmla="*/ 3302 w 1879475" name="connsiteX65"/>
                  <a:gd fmla="*/ 58386 h 344249" name="connsiteY65"/>
                  <a:gd fmla="*/ 7793 w 1879475" name="connsiteX66"/>
                  <a:gd fmla="*/ 67153 h 344249" name="connsiteY66"/>
                  <a:gd fmla="*/ 16559 w 1879475" name="connsiteX67"/>
                  <a:gd fmla="*/ 67153 h 344249" name="connsiteY67"/>
                  <a:gd fmla="*/ 3302 w 1879475" name="connsiteX68"/>
                  <a:gd fmla="*/ 75919 h 344249" name="connsiteY68"/>
                  <a:gd fmla="*/ 12069 w 1879475" name="connsiteX69"/>
                  <a:gd fmla="*/ 89176 h 344249" name="connsiteY69"/>
                  <a:gd fmla="*/ 12069 w 1879475" name="connsiteX70"/>
                  <a:gd fmla="*/ 89176 h 344249" name="connsiteY70"/>
                  <a:gd fmla="*/ 25326 w 1879475" name="connsiteX71"/>
                  <a:gd fmla="*/ 89176 h 344249" name="connsiteY71"/>
                  <a:gd fmla="*/ 7793 w 1879475" name="connsiteX72"/>
                  <a:gd fmla="*/ 106709 h 344249" name="connsiteY72"/>
                  <a:gd fmla="*/ 7793 w 1879475" name="connsiteX73"/>
                  <a:gd fmla="*/ 163799 h 344249" name="connsiteY73"/>
                  <a:gd fmla="*/ 16559 w 1879475" name="connsiteX74"/>
                  <a:gd fmla="*/ 172566 h 344249" name="connsiteY74"/>
                  <a:gd fmla="*/ 7793 w 1879475" name="connsiteX75"/>
                  <a:gd fmla="*/ 181332 h 344249" name="connsiteY75"/>
                  <a:gd fmla="*/ 12283 w 1879475" name="connsiteX76"/>
                  <a:gd fmla="*/ 185823 h 344249" name="connsiteY76"/>
                  <a:gd fmla="*/ 7793 w 1879475" name="connsiteX77"/>
                  <a:gd fmla="*/ 190313 h 344249" name="connsiteY77"/>
                  <a:gd fmla="*/ 12283 w 1879475" name="connsiteX78"/>
                  <a:gd fmla="*/ 190313 h 344249" name="connsiteY78"/>
                  <a:gd fmla="*/ 7793 w 1879475" name="connsiteX79"/>
                  <a:gd fmla="*/ 221103 h 344249" name="connsiteY79"/>
                  <a:gd fmla="*/ 29816 w 1879475" name="connsiteX80"/>
                  <a:gd fmla="*/ 251893 h 344249" name="connsiteY80"/>
                  <a:gd fmla="*/ 25326 w 1879475" name="connsiteX81"/>
                  <a:gd fmla="*/ 256383 h 344249" name="connsiteY81"/>
                  <a:gd fmla="*/ 12069 w 1879475" name="connsiteX82"/>
                  <a:gd fmla="*/ 269640 h 344249" name="connsiteY82"/>
                  <a:gd fmla="*/ 34092 w 1879475" name="connsiteX83"/>
                  <a:gd fmla="*/ 287173 h 344249" name="connsiteY83"/>
                  <a:gd fmla="*/ 20835 w 1879475" name="connsiteX84"/>
                  <a:gd fmla="*/ 291663 h 344249" name="connsiteY84"/>
                  <a:gd fmla="*/ 55902 w 1879475" name="connsiteX85"/>
                  <a:gd fmla="*/ 300430 h 344249" name="connsiteY85"/>
                  <a:gd fmla="*/ 560089 w 1879475" name="connsiteX86"/>
                  <a:gd fmla="*/ 309197 h 344249" name="connsiteY86"/>
                  <a:gd fmla="*/ 866920 w 1879475" name="connsiteX87"/>
                  <a:gd fmla="*/ 304706 h 344249" name="connsiteY87"/>
                  <a:gd fmla="*/ 1195775 w 1879475" name="connsiteX88"/>
                  <a:gd fmla="*/ 313473 h 344249" name="connsiteY88"/>
                  <a:gd fmla="*/ 1673662 w 1879475" name="connsiteX89"/>
                  <a:gd fmla="*/ 344263 h 344249" name="connsiteY89"/>
                  <a:gd fmla="*/ 1813927 w 1879475" name="connsiteX90"/>
                  <a:gd fmla="*/ 339773 h 344249" name="connsiteY90"/>
                  <a:gd fmla="*/ 1761328 w 1879475" name="connsiteX91"/>
                  <a:gd fmla="*/ 335283 h 344249" name="connsiteY91"/>
                  <a:gd fmla="*/ 1761328 w 1879475" name="connsiteX92"/>
                  <a:gd fmla="*/ 335283 h 344249" name="connsiteY92"/>
                  <a:gd fmla="*/ 1857760 w 1879475" name="connsiteX93"/>
                  <a:gd fmla="*/ 326516 h 344249" name="connsiteY93"/>
                  <a:gd fmla="*/ 1840228 w 1879475" name="connsiteX94"/>
                  <a:gd fmla="*/ 317750 h 344249" name="connsiteY94"/>
                  <a:gd fmla="*/ 1871018 w 1879475" name="connsiteX95"/>
                  <a:gd fmla="*/ 317750 h 344249" name="connsiteY95"/>
                  <a:gd fmla="*/ 1805161 w 1879475" name="connsiteX96"/>
                  <a:gd fmla="*/ 300216 h 344249" name="connsiteY96"/>
                  <a:gd fmla="*/ 1831461 w 1879475" name="connsiteX97"/>
                  <a:gd fmla="*/ 300216 h 344249" name="connsiteY97"/>
                  <a:gd fmla="*/ 1831461 w 1879475" name="connsiteX98"/>
                  <a:gd fmla="*/ 295726 h 344249" name="connsiteY98"/>
                  <a:gd fmla="*/ 1831461 w 1879475" name="connsiteX99"/>
                  <a:gd fmla="*/ 291236 h 344249" name="connsiteY99"/>
                  <a:gd fmla="*/ 1875294 w 1879475" name="connsiteX100"/>
                  <a:gd fmla="*/ 286746 h 344249" name="connsiteY100"/>
                  <a:gd fmla="*/ 1853271 w 1879475" name="connsiteX101"/>
                  <a:gd fmla="*/ 282255 h 344249" name="connsiteY101"/>
                  <a:gd fmla="*/ 1871018 w 1879475" name="connsiteX102"/>
                  <a:gd fmla="*/ 279476 h 344249" name="connsiteY102"/>
                  <a:gd fmla="*/ 1871018 w 1879475" name="connsiteX103"/>
                  <a:gd fmla="*/ 279476 h 344249" name="connsiteY103"/>
                  <a:gd fmla="*/ 490170 w 1879475" name="connsiteX104"/>
                  <a:gd fmla="*/ 33155 h 344249" name="connsiteY104"/>
                  <a:gd fmla="*/ 498937 w 1879475" name="connsiteX105"/>
                  <a:gd fmla="*/ 33155 h 344249" name="connsiteY105"/>
                  <a:gd fmla="*/ 490170 w 1879475" name="connsiteX106"/>
                  <a:gd fmla="*/ 33155 h 344249" name="connsiteY106"/>
                  <a:gd fmla="*/ 490170 w 1879475" name="connsiteX107"/>
                  <a:gd fmla="*/ 33155 h 344249" name="connsiteY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b="b" l="l" r="r" t="t"/>
                <a:pathLst>
                  <a:path h="344249" w="1879475">
                    <a:moveTo>
                      <a:pt x="1871018" y="279476"/>
                    </a:moveTo>
                    <a:cubicBezTo>
                      <a:pt x="1853484" y="270709"/>
                      <a:pt x="1853484" y="270709"/>
                      <a:pt x="1853484" y="270709"/>
                    </a:cubicBezTo>
                    <a:cubicBezTo>
                      <a:pt x="1857974" y="261942"/>
                      <a:pt x="1871018" y="270709"/>
                      <a:pt x="1879784" y="266219"/>
                    </a:cubicBezTo>
                    <a:cubicBezTo>
                      <a:pt x="1871018" y="257452"/>
                      <a:pt x="1853484" y="257452"/>
                      <a:pt x="1844718" y="252962"/>
                    </a:cubicBezTo>
                    <a:cubicBezTo>
                      <a:pt x="1844718" y="248472"/>
                      <a:pt x="1844718" y="248472"/>
                      <a:pt x="1849208" y="248472"/>
                    </a:cubicBezTo>
                    <a:cubicBezTo>
                      <a:pt x="1840442" y="239705"/>
                      <a:pt x="1840442" y="239705"/>
                      <a:pt x="1840442" y="239705"/>
                    </a:cubicBezTo>
                    <a:cubicBezTo>
                      <a:pt x="1840442" y="239705"/>
                      <a:pt x="1840442" y="235215"/>
                      <a:pt x="1844718" y="235215"/>
                    </a:cubicBezTo>
                    <a:cubicBezTo>
                      <a:pt x="1840442" y="230725"/>
                      <a:pt x="1831461" y="230725"/>
                      <a:pt x="1827185" y="226448"/>
                    </a:cubicBezTo>
                    <a:cubicBezTo>
                      <a:pt x="1862251" y="226448"/>
                      <a:pt x="1862251" y="226448"/>
                      <a:pt x="1862251" y="226448"/>
                    </a:cubicBezTo>
                    <a:cubicBezTo>
                      <a:pt x="1853484" y="221958"/>
                      <a:pt x="1840228" y="221958"/>
                      <a:pt x="1831461" y="217682"/>
                    </a:cubicBezTo>
                    <a:cubicBezTo>
                      <a:pt x="1840228" y="222172"/>
                      <a:pt x="1857760" y="217682"/>
                      <a:pt x="1866527" y="213192"/>
                    </a:cubicBezTo>
                    <a:cubicBezTo>
                      <a:pt x="1857760" y="213192"/>
                      <a:pt x="1848995" y="208701"/>
                      <a:pt x="1840228" y="204425"/>
                    </a:cubicBezTo>
                    <a:cubicBezTo>
                      <a:pt x="1871018" y="204425"/>
                      <a:pt x="1871018" y="204425"/>
                      <a:pt x="1871018" y="204425"/>
                    </a:cubicBezTo>
                    <a:cubicBezTo>
                      <a:pt x="1862251" y="204425"/>
                      <a:pt x="1853484" y="204425"/>
                      <a:pt x="1848995" y="195658"/>
                    </a:cubicBezTo>
                    <a:cubicBezTo>
                      <a:pt x="1857760" y="195658"/>
                      <a:pt x="1857760" y="195658"/>
                      <a:pt x="1857760" y="195658"/>
                    </a:cubicBezTo>
                    <a:cubicBezTo>
                      <a:pt x="1857760" y="195658"/>
                      <a:pt x="1857760" y="191168"/>
                      <a:pt x="1853271" y="191168"/>
                    </a:cubicBezTo>
                    <a:cubicBezTo>
                      <a:pt x="1857760" y="186678"/>
                      <a:pt x="1857760" y="186678"/>
                      <a:pt x="1857760" y="186678"/>
                    </a:cubicBezTo>
                    <a:cubicBezTo>
                      <a:pt x="1822694" y="173421"/>
                      <a:pt x="1822694" y="173421"/>
                      <a:pt x="1822694" y="173421"/>
                    </a:cubicBezTo>
                    <a:cubicBezTo>
                      <a:pt x="1831461" y="168931"/>
                      <a:pt x="1840228" y="168931"/>
                      <a:pt x="1848995" y="173421"/>
                    </a:cubicBezTo>
                    <a:cubicBezTo>
                      <a:pt x="1844504" y="164654"/>
                      <a:pt x="1831461" y="168931"/>
                      <a:pt x="1831461" y="160164"/>
                    </a:cubicBezTo>
                    <a:cubicBezTo>
                      <a:pt x="1796395" y="146907"/>
                      <a:pt x="1756838" y="138141"/>
                      <a:pt x="1717495" y="124884"/>
                    </a:cubicBezTo>
                    <a:cubicBezTo>
                      <a:pt x="1726261" y="120394"/>
                      <a:pt x="1739518" y="129374"/>
                      <a:pt x="1743795" y="124884"/>
                    </a:cubicBezTo>
                    <a:cubicBezTo>
                      <a:pt x="1726261" y="116117"/>
                      <a:pt x="1726261" y="116117"/>
                      <a:pt x="1726261" y="116117"/>
                    </a:cubicBezTo>
                    <a:cubicBezTo>
                      <a:pt x="1730752" y="116117"/>
                      <a:pt x="1735028" y="116117"/>
                      <a:pt x="1739518" y="116117"/>
                    </a:cubicBezTo>
                    <a:cubicBezTo>
                      <a:pt x="1673662" y="102861"/>
                      <a:pt x="1673662" y="102861"/>
                      <a:pt x="1673662" y="102861"/>
                    </a:cubicBezTo>
                    <a:cubicBezTo>
                      <a:pt x="1686919" y="94094"/>
                      <a:pt x="1699962" y="107351"/>
                      <a:pt x="1708729" y="102861"/>
                    </a:cubicBezTo>
                    <a:cubicBezTo>
                      <a:pt x="1708729" y="102861"/>
                      <a:pt x="1704238" y="102861"/>
                      <a:pt x="1708729" y="98370"/>
                    </a:cubicBezTo>
                    <a:cubicBezTo>
                      <a:pt x="1713219" y="98370"/>
                      <a:pt x="1726261" y="98370"/>
                      <a:pt x="1735028" y="102861"/>
                    </a:cubicBezTo>
                    <a:cubicBezTo>
                      <a:pt x="1726261" y="98370"/>
                      <a:pt x="1721772" y="98370"/>
                      <a:pt x="1713005" y="89604"/>
                    </a:cubicBezTo>
                    <a:cubicBezTo>
                      <a:pt x="1717495" y="89604"/>
                      <a:pt x="1717495" y="89604"/>
                      <a:pt x="1721772" y="89604"/>
                    </a:cubicBezTo>
                    <a:cubicBezTo>
                      <a:pt x="1655915" y="72071"/>
                      <a:pt x="1585782" y="67580"/>
                      <a:pt x="1515649" y="58814"/>
                    </a:cubicBezTo>
                    <a:cubicBezTo>
                      <a:pt x="1511159" y="58814"/>
                      <a:pt x="1511159" y="58814"/>
                      <a:pt x="1511159" y="58814"/>
                    </a:cubicBezTo>
                    <a:cubicBezTo>
                      <a:pt x="1568249" y="58814"/>
                      <a:pt x="1638382" y="67580"/>
                      <a:pt x="1686492" y="72071"/>
                    </a:cubicBezTo>
                    <a:cubicBezTo>
                      <a:pt x="1603102" y="54537"/>
                      <a:pt x="1511159" y="45771"/>
                      <a:pt x="1423493" y="50047"/>
                    </a:cubicBezTo>
                    <a:cubicBezTo>
                      <a:pt x="1463050" y="54537"/>
                      <a:pt x="1463050" y="54537"/>
                      <a:pt x="1463050" y="54537"/>
                    </a:cubicBezTo>
                    <a:cubicBezTo>
                      <a:pt x="1397193" y="59028"/>
                      <a:pt x="1331551" y="41280"/>
                      <a:pt x="1270184" y="41280"/>
                    </a:cubicBezTo>
                    <a:cubicBezTo>
                      <a:pt x="1261417" y="36790"/>
                      <a:pt x="1261417" y="36790"/>
                      <a:pt x="1261417" y="36790"/>
                    </a:cubicBezTo>
                    <a:cubicBezTo>
                      <a:pt x="1256927" y="36790"/>
                      <a:pt x="1265694" y="36790"/>
                      <a:pt x="1261417" y="41280"/>
                    </a:cubicBezTo>
                    <a:cubicBezTo>
                      <a:pt x="1112385" y="32514"/>
                      <a:pt x="1112385" y="32514"/>
                      <a:pt x="1112385" y="32514"/>
                    </a:cubicBezTo>
                    <a:cubicBezTo>
                      <a:pt x="1116876" y="32514"/>
                      <a:pt x="1121152" y="32514"/>
                      <a:pt x="1125642" y="32514"/>
                    </a:cubicBezTo>
                    <a:cubicBezTo>
                      <a:pt x="1099342" y="28024"/>
                      <a:pt x="1064276" y="32514"/>
                      <a:pt x="1037976" y="32514"/>
                    </a:cubicBezTo>
                    <a:cubicBezTo>
                      <a:pt x="1042252" y="32514"/>
                      <a:pt x="1042252" y="32514"/>
                      <a:pt x="1042252" y="32514"/>
                    </a:cubicBezTo>
                    <a:cubicBezTo>
                      <a:pt x="1028995" y="32514"/>
                      <a:pt x="1011462" y="37004"/>
                      <a:pt x="998419" y="32514"/>
                    </a:cubicBezTo>
                    <a:cubicBezTo>
                      <a:pt x="1002909" y="32514"/>
                      <a:pt x="1011676" y="28024"/>
                      <a:pt x="1015953" y="28024"/>
                    </a:cubicBezTo>
                    <a:cubicBezTo>
                      <a:pt x="919520" y="23533"/>
                      <a:pt x="831854" y="28024"/>
                      <a:pt x="730931" y="28024"/>
                    </a:cubicBezTo>
                    <a:cubicBezTo>
                      <a:pt x="717674" y="32514"/>
                      <a:pt x="717674" y="32514"/>
                      <a:pt x="717674" y="32514"/>
                    </a:cubicBezTo>
                    <a:cubicBezTo>
                      <a:pt x="656308" y="32514"/>
                      <a:pt x="594941" y="28024"/>
                      <a:pt x="529085" y="32514"/>
                    </a:cubicBezTo>
                    <a:cubicBezTo>
                      <a:pt x="594941" y="19257"/>
                      <a:pt x="660584" y="23747"/>
                      <a:pt x="730717" y="19257"/>
                    </a:cubicBezTo>
                    <a:cubicBezTo>
                      <a:pt x="1147238" y="19257"/>
                      <a:pt x="1147238" y="19257"/>
                      <a:pt x="1147238" y="19257"/>
                    </a:cubicBezTo>
                    <a:cubicBezTo>
                      <a:pt x="1318294" y="32514"/>
                      <a:pt x="1467326" y="36790"/>
                      <a:pt x="1633892" y="58814"/>
                    </a:cubicBezTo>
                    <a:cubicBezTo>
                      <a:pt x="1633892" y="54324"/>
                      <a:pt x="1629615" y="54324"/>
                      <a:pt x="1625125" y="50047"/>
                    </a:cubicBezTo>
                    <a:cubicBezTo>
                      <a:pt x="1423493" y="32514"/>
                      <a:pt x="1234904" y="14767"/>
                      <a:pt x="1028995" y="14767"/>
                    </a:cubicBezTo>
                    <a:cubicBezTo>
                      <a:pt x="857940" y="6000"/>
                      <a:pt x="682607" y="19257"/>
                      <a:pt x="511766" y="19257"/>
                    </a:cubicBezTo>
                    <a:cubicBezTo>
                      <a:pt x="761721" y="1724"/>
                      <a:pt x="1015953" y="6000"/>
                      <a:pt x="1270184" y="14767"/>
                    </a:cubicBezTo>
                    <a:cubicBezTo>
                      <a:pt x="1599038" y="41067"/>
                      <a:pt x="1599038" y="41067"/>
                      <a:pt x="1599038" y="41067"/>
                    </a:cubicBezTo>
                    <a:cubicBezTo>
                      <a:pt x="1708729" y="58600"/>
                      <a:pt x="1708729" y="58600"/>
                      <a:pt x="1708729" y="58600"/>
                    </a:cubicBezTo>
                    <a:cubicBezTo>
                      <a:pt x="1708729" y="54110"/>
                      <a:pt x="1708729" y="54110"/>
                      <a:pt x="1708729" y="54110"/>
                    </a:cubicBezTo>
                    <a:cubicBezTo>
                      <a:pt x="1603529" y="32086"/>
                      <a:pt x="1515863" y="32086"/>
                      <a:pt x="1410664" y="18829"/>
                    </a:cubicBezTo>
                    <a:cubicBezTo>
                      <a:pt x="1388640" y="27596"/>
                      <a:pt x="1371107" y="10063"/>
                      <a:pt x="1353574" y="18829"/>
                    </a:cubicBezTo>
                    <a:cubicBezTo>
                      <a:pt x="1243885" y="5573"/>
                      <a:pt x="1121152" y="10063"/>
                      <a:pt x="1011676" y="1296"/>
                    </a:cubicBezTo>
                    <a:cubicBezTo>
                      <a:pt x="959076" y="5786"/>
                      <a:pt x="906477" y="-3194"/>
                      <a:pt x="853877" y="1296"/>
                    </a:cubicBezTo>
                    <a:cubicBezTo>
                      <a:pt x="717888" y="1296"/>
                      <a:pt x="717888" y="1296"/>
                      <a:pt x="717888" y="1296"/>
                    </a:cubicBezTo>
                    <a:cubicBezTo>
                      <a:pt x="674055" y="5786"/>
                      <a:pt x="625732" y="10063"/>
                      <a:pt x="577622" y="10063"/>
                    </a:cubicBezTo>
                    <a:cubicBezTo>
                      <a:pt x="397800" y="18829"/>
                      <a:pt x="226958" y="10063"/>
                      <a:pt x="34092" y="36363"/>
                    </a:cubicBezTo>
                    <a:cubicBezTo>
                      <a:pt x="7793" y="49619"/>
                      <a:pt x="7793" y="49619"/>
                      <a:pt x="7793" y="49619"/>
                    </a:cubicBezTo>
                    <a:cubicBezTo>
                      <a:pt x="12283" y="54110"/>
                      <a:pt x="7793" y="54110"/>
                      <a:pt x="3302" y="58386"/>
                    </a:cubicBezTo>
                    <a:cubicBezTo>
                      <a:pt x="7793" y="58386"/>
                      <a:pt x="7793" y="62876"/>
                      <a:pt x="7793" y="67153"/>
                    </a:cubicBezTo>
                    <a:cubicBezTo>
                      <a:pt x="12283" y="67153"/>
                      <a:pt x="16559" y="62662"/>
                      <a:pt x="16559" y="67153"/>
                    </a:cubicBezTo>
                    <a:cubicBezTo>
                      <a:pt x="12069" y="71643"/>
                      <a:pt x="7793" y="75919"/>
                      <a:pt x="3302" y="75919"/>
                    </a:cubicBezTo>
                    <a:cubicBezTo>
                      <a:pt x="3302" y="84686"/>
                      <a:pt x="12069" y="84686"/>
                      <a:pt x="12069" y="89176"/>
                    </a:cubicBezTo>
                    <a:lnTo>
                      <a:pt x="12069" y="89176"/>
                    </a:lnTo>
                    <a:cubicBezTo>
                      <a:pt x="16559" y="89176"/>
                      <a:pt x="20835" y="89176"/>
                      <a:pt x="25326" y="89176"/>
                    </a:cubicBezTo>
                    <a:cubicBezTo>
                      <a:pt x="16559" y="93666"/>
                      <a:pt x="16559" y="102433"/>
                      <a:pt x="7793" y="106709"/>
                    </a:cubicBezTo>
                    <a:cubicBezTo>
                      <a:pt x="7793" y="128733"/>
                      <a:pt x="-9741" y="146266"/>
                      <a:pt x="7793" y="163799"/>
                    </a:cubicBezTo>
                    <a:cubicBezTo>
                      <a:pt x="3302" y="172566"/>
                      <a:pt x="16559" y="168289"/>
                      <a:pt x="16559" y="172566"/>
                    </a:cubicBezTo>
                    <a:cubicBezTo>
                      <a:pt x="16559" y="177056"/>
                      <a:pt x="12069" y="177056"/>
                      <a:pt x="7793" y="181332"/>
                    </a:cubicBezTo>
                    <a:cubicBezTo>
                      <a:pt x="12283" y="185823"/>
                      <a:pt x="12283" y="185823"/>
                      <a:pt x="12283" y="185823"/>
                    </a:cubicBezTo>
                    <a:cubicBezTo>
                      <a:pt x="16773" y="185823"/>
                      <a:pt x="12283" y="185823"/>
                      <a:pt x="7793" y="190313"/>
                    </a:cubicBezTo>
                    <a:cubicBezTo>
                      <a:pt x="12283" y="190313"/>
                      <a:pt x="12283" y="190313"/>
                      <a:pt x="12283" y="190313"/>
                    </a:cubicBezTo>
                    <a:cubicBezTo>
                      <a:pt x="-974" y="199080"/>
                      <a:pt x="12283" y="212336"/>
                      <a:pt x="7793" y="221103"/>
                    </a:cubicBezTo>
                    <a:cubicBezTo>
                      <a:pt x="7793" y="234360"/>
                      <a:pt x="12283" y="251893"/>
                      <a:pt x="29816" y="251893"/>
                    </a:cubicBezTo>
                    <a:cubicBezTo>
                      <a:pt x="25326" y="256383"/>
                      <a:pt x="25326" y="256383"/>
                      <a:pt x="25326" y="256383"/>
                    </a:cubicBezTo>
                    <a:cubicBezTo>
                      <a:pt x="16559" y="256383"/>
                      <a:pt x="12069" y="260873"/>
                      <a:pt x="12069" y="269640"/>
                    </a:cubicBezTo>
                    <a:cubicBezTo>
                      <a:pt x="16559" y="278407"/>
                      <a:pt x="25326" y="282897"/>
                      <a:pt x="34092" y="287173"/>
                    </a:cubicBezTo>
                    <a:cubicBezTo>
                      <a:pt x="20835" y="291663"/>
                      <a:pt x="20835" y="291663"/>
                      <a:pt x="20835" y="291663"/>
                    </a:cubicBezTo>
                    <a:cubicBezTo>
                      <a:pt x="55902" y="300430"/>
                      <a:pt x="55902" y="300430"/>
                      <a:pt x="55902" y="300430"/>
                    </a:cubicBezTo>
                    <a:cubicBezTo>
                      <a:pt x="218191" y="317963"/>
                      <a:pt x="397800" y="322453"/>
                      <a:pt x="560089" y="309197"/>
                    </a:cubicBezTo>
                    <a:cubicBezTo>
                      <a:pt x="866920" y="304706"/>
                      <a:pt x="866920" y="304706"/>
                      <a:pt x="866920" y="304706"/>
                    </a:cubicBezTo>
                    <a:cubicBezTo>
                      <a:pt x="1195775" y="313473"/>
                      <a:pt x="1195775" y="313473"/>
                      <a:pt x="1195775" y="313473"/>
                    </a:cubicBezTo>
                    <a:cubicBezTo>
                      <a:pt x="1673662" y="344263"/>
                      <a:pt x="1673662" y="344263"/>
                      <a:pt x="1673662" y="344263"/>
                    </a:cubicBezTo>
                    <a:cubicBezTo>
                      <a:pt x="1726261" y="348753"/>
                      <a:pt x="1765818" y="344263"/>
                      <a:pt x="1813927" y="339773"/>
                    </a:cubicBezTo>
                    <a:cubicBezTo>
                      <a:pt x="1796395" y="339773"/>
                      <a:pt x="1778861" y="339773"/>
                      <a:pt x="1761328" y="335283"/>
                    </a:cubicBezTo>
                    <a:lnTo>
                      <a:pt x="1761328" y="335283"/>
                    </a:lnTo>
                    <a:cubicBezTo>
                      <a:pt x="1792118" y="335283"/>
                      <a:pt x="1827185" y="330792"/>
                      <a:pt x="1857760" y="326516"/>
                    </a:cubicBezTo>
                    <a:cubicBezTo>
                      <a:pt x="1853271" y="322026"/>
                      <a:pt x="1844504" y="326516"/>
                      <a:pt x="1840228" y="317750"/>
                    </a:cubicBezTo>
                    <a:cubicBezTo>
                      <a:pt x="1848995" y="317750"/>
                      <a:pt x="1862251" y="317750"/>
                      <a:pt x="1871018" y="317750"/>
                    </a:cubicBezTo>
                    <a:cubicBezTo>
                      <a:pt x="1853484" y="304493"/>
                      <a:pt x="1822694" y="313259"/>
                      <a:pt x="1805161" y="300216"/>
                    </a:cubicBezTo>
                    <a:cubicBezTo>
                      <a:pt x="1831461" y="300216"/>
                      <a:pt x="1831461" y="300216"/>
                      <a:pt x="1831461" y="300216"/>
                    </a:cubicBezTo>
                    <a:cubicBezTo>
                      <a:pt x="1831461" y="295726"/>
                      <a:pt x="1831461" y="295726"/>
                      <a:pt x="1831461" y="295726"/>
                    </a:cubicBezTo>
                    <a:cubicBezTo>
                      <a:pt x="1831461" y="291236"/>
                      <a:pt x="1831461" y="291236"/>
                      <a:pt x="1831461" y="291236"/>
                    </a:cubicBezTo>
                    <a:cubicBezTo>
                      <a:pt x="1848995" y="300002"/>
                      <a:pt x="1857760" y="286746"/>
                      <a:pt x="1875294" y="286746"/>
                    </a:cubicBezTo>
                    <a:cubicBezTo>
                      <a:pt x="1866527" y="282255"/>
                      <a:pt x="1857760" y="282255"/>
                      <a:pt x="1853271" y="282255"/>
                    </a:cubicBezTo>
                    <a:cubicBezTo>
                      <a:pt x="1853484" y="274986"/>
                      <a:pt x="1871018" y="279476"/>
                      <a:pt x="1871018" y="279476"/>
                    </a:cubicBezTo>
                    <a:lnTo>
                      <a:pt x="1871018" y="279476"/>
                    </a:lnTo>
                    <a:close/>
                    <a:moveTo>
                      <a:pt x="490170" y="33155"/>
                    </a:moveTo>
                    <a:cubicBezTo>
                      <a:pt x="494446" y="33155"/>
                      <a:pt x="494446" y="33155"/>
                      <a:pt x="498937" y="33155"/>
                    </a:cubicBezTo>
                    <a:cubicBezTo>
                      <a:pt x="498937" y="33155"/>
                      <a:pt x="494446" y="33155"/>
                      <a:pt x="490170" y="33155"/>
                    </a:cubicBezTo>
                    <a:lnTo>
                      <a:pt x="490170" y="33155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 anchorCtr="false" bIns="70920" lIns="91440" rIns="98640" tIns="45720" wrap="square">
                <a:normAutofit fontScale="92500"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2800" u="none">
                    <a:solidFill>
                      <a:srgbClr val="FFFFFF"/>
                    </a:solidFill>
                    <a:latin typeface="Calibri"/>
                  </a:rPr>
                  <a:t>5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Art Deco Influence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705d8a0-cff1-4fbd-947a-fc5a2fc427ee" id="21" name="daa9a1d9-f961-4b9c-abc6-d8f2e000c723.source.5.zh-Hans.pptx">
            <a:extLst>
              <a:ext uri="{FF2B5EF4-FFF2-40B4-BE49-F238E27FC236}">
                <a16:creationId id="{329E9B11-431E-7C5A-AA75-476247AE1CB7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descr="15988882-0410-432a-a6dc-799c03b74d90" id="20" name="组合 19">
              <a:extLst>
                <a:ext uri="{FF2B5EF4-FFF2-40B4-BE49-F238E27FC236}">
                  <a16:creationId id="{D5574B94-30D9-927B-4ACF-DD488435E017}"/>
                </a:ext>
              </a:extLst>
            </p:cNvPr>
            <p:cNvGrpSpPr/>
            <p:nvPr/>
          </p:nvGrpSpPr>
          <p:grpSpPr>
            <a:xfrm>
              <a:off x="4745563" y="1197857"/>
              <a:ext cx="6773337" cy="4936243"/>
              <a:chOff x="4745563" y="1197857"/>
              <a:chExt cx="6773337" cy="4936243"/>
            </a:xfrm>
          </p:grpSpPr>
          <p:grpSp>
            <p:nvGrpSpPr>
              <p:cNvPr descr="c3f427dd-169c-4dd8-984a-a45e87c7b33d" id="15" name="组合 14">
                <a:extLst>
                  <a:ext uri="{FF2B5EF4-FFF2-40B4-BE49-F238E27FC236}">
                    <a16:creationId id="{2BE979C0-0E14-4E7C-8DF5-875C862BAFAF}"/>
                  </a:ext>
                </a:extLst>
              </p:cNvPr>
              <p:cNvGrpSpPr/>
              <p:nvPr/>
            </p:nvGrpSpPr>
            <p:grpSpPr>
              <a:xfrm>
                <a:off x="4745563" y="1197857"/>
                <a:ext cx="6773337" cy="758679"/>
                <a:chOff x="4745563" y="1197857"/>
                <a:chExt cx="6773337" cy="758679"/>
              </a:xfrm>
            </p:grpSpPr>
            <p:sp>
              <p:nvSpPr>
                <p:cNvPr descr="cdafb1ea-2359-49b0-bda2-6d99adcabf79" id="3" name="Bullet1">
                  <a:extLst>
                    <a:ext uri="{FF2B5EF4-FFF2-40B4-BE49-F238E27FC236}">
                      <a16:creationId id="{C03EF437-2E1F-4CA0-B2B1-8821CD6555C9}"/>
                    </a:ext>
                  </a:extLst>
                </p:cNvPr>
                <p:cNvSpPr/>
                <p:nvPr/>
              </p:nvSpPr>
              <p:spPr>
                <a:xfrm flipH="false" flipV="false">
                  <a:off x="5314950" y="1197857"/>
                  <a:ext cx="6203950" cy="720004"/>
                </a:xfrm>
                <a:prstGeom prst="round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Skyscraper Innovations</a:t>
                  </a:r>
                </a:p>
              </p:txBody>
            </p:sp>
            <p:sp>
              <p:nvSpPr>
                <p:cNvPr descr="90293ed2-f2db-41ef-a8b3-6fb48a602283" id="2" name="Number1">
                  <a:extLst>
                    <a:ext uri="{FF2B5EF4-FFF2-40B4-BE49-F238E27FC236}">
                      <a16:creationId id="{47ECFA77-97A3-4800-A37B-3EBE3F2797AF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745563" y="1201339"/>
                  <a:ext cx="569387" cy="755197"/>
                </a:xfrm>
                <a:prstGeom prst="rect">
                  <a:avLst/>
                </a:prstGeom>
                <a:noFill/>
              </p:spPr>
              <p:txBody>
                <a:bodyPr anchor="b" anchorCtr="false" rtlCol="0" wrap="none">
                  <a:noAutofit/>
                </a:bodyPr>
                <a:lstStyle/>
                <a:p>
                  <a:pPr algn="r"/>
                  <a:r>
                    <a:rPr b="true" i="false" lang="en-US" sz="54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8594c4c3-2a8a-442a-910e-47c601234e75" id="16" name="组合 15">
                <a:extLst>
                  <a:ext uri="{FF2B5EF4-FFF2-40B4-BE49-F238E27FC236}">
                    <a16:creationId id="{8863A5CD-0373-C4D6-02E3-A4506CD632D4}"/>
                  </a:ext>
                </a:extLst>
              </p:cNvPr>
              <p:cNvGrpSpPr/>
              <p:nvPr/>
            </p:nvGrpSpPr>
            <p:grpSpPr>
              <a:xfrm>
                <a:off x="4745563" y="2242248"/>
                <a:ext cx="6773337" cy="758679"/>
                <a:chOff x="4745563" y="2242248"/>
                <a:chExt cx="6773337" cy="758679"/>
              </a:xfrm>
            </p:grpSpPr>
            <p:sp>
              <p:nvSpPr>
                <p:cNvPr descr="2f74145d-b5ab-4182-9218-9891e573e981" id="6" name="Bullet2">
                  <a:extLst>
                    <a:ext uri="{FF2B5EF4-FFF2-40B4-BE49-F238E27FC236}">
                      <a16:creationId id="{0A727153-BECF-4D83-81DE-95C5856D896B}"/>
                    </a:ext>
                  </a:extLst>
                </p:cNvPr>
                <p:cNvSpPr/>
                <p:nvPr/>
              </p:nvSpPr>
              <p:spPr>
                <a:xfrm flipH="false" flipV="false">
                  <a:off x="5314950" y="2242248"/>
                  <a:ext cx="6203950" cy="720004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Streamline Moderne</a:t>
                  </a:r>
                </a:p>
              </p:txBody>
            </p:sp>
            <p:sp>
              <p:nvSpPr>
                <p:cNvPr descr="1682563b-273c-4580-afd3-1a170694c5ba" id="7" name="Number2">
                  <a:extLst>
                    <a:ext uri="{FF2B5EF4-FFF2-40B4-BE49-F238E27FC236}">
                      <a16:creationId id="{1FB24A52-C1E1-4C16-A1AD-FAAD246D666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745563" y="2245730"/>
                  <a:ext cx="569387" cy="755197"/>
                </a:xfrm>
                <a:prstGeom prst="rect">
                  <a:avLst/>
                </a:prstGeom>
                <a:noFill/>
              </p:spPr>
              <p:txBody>
                <a:bodyPr anchor="b" anchorCtr="false" rtlCol="0" wrap="none">
                  <a:noAutofit/>
                </a:bodyPr>
                <a:lstStyle/>
                <a:p>
                  <a:pPr algn="r"/>
                  <a:r>
                    <a:rPr b="true" i="false" lang="en-US" sz="54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5b3c9c04-7f42-4de5-901b-0bdf8eb7ee72" id="17" name="组合 16">
                <a:extLst>
                  <a:ext uri="{FF2B5EF4-FFF2-40B4-BE49-F238E27FC236}">
                    <a16:creationId id="{5F735E4F-4E02-0AF6-E017-3EBB58C4FCBA}"/>
                  </a:ext>
                </a:extLst>
              </p:cNvPr>
              <p:cNvGrpSpPr/>
              <p:nvPr/>
            </p:nvGrpSpPr>
            <p:grpSpPr>
              <a:xfrm>
                <a:off x="4745563" y="3286639"/>
                <a:ext cx="6773337" cy="758679"/>
                <a:chOff x="4745563" y="3286639"/>
                <a:chExt cx="6773337" cy="758679"/>
              </a:xfrm>
            </p:grpSpPr>
            <p:sp>
              <p:nvSpPr>
                <p:cNvPr descr="604827bd-79f0-40a5-b458-ba1c30816236" id="8" name="Bullet3">
                  <a:extLst>
                    <a:ext uri="{FF2B5EF4-FFF2-40B4-BE49-F238E27FC236}">
                      <a16:creationId id="{586EF1CB-990A-4312-8071-7AA02266AD42}"/>
                    </a:ext>
                  </a:extLst>
                </p:cNvPr>
                <p:cNvSpPr/>
                <p:nvPr/>
              </p:nvSpPr>
              <p:spPr>
                <a:xfrm flipH="false" flipV="false">
                  <a:off x="5314950" y="3286639"/>
                  <a:ext cx="6203950" cy="720004"/>
                </a:xfrm>
                <a:prstGeom prst="round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Frank Lloyd Wright's Usonian Homes</a:t>
                  </a:r>
                </a:p>
              </p:txBody>
            </p:sp>
            <p:sp>
              <p:nvSpPr>
                <p:cNvPr descr="8303e111-9069-4aec-bf15-08033ae4d650" id="9" name="Number3">
                  <a:extLst>
                    <a:ext uri="{FF2B5EF4-FFF2-40B4-BE49-F238E27FC236}">
                      <a16:creationId id="{D8883E5E-CCE5-4E28-BD5F-58820A20BCD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745563" y="3290121"/>
                  <a:ext cx="569387" cy="755197"/>
                </a:xfrm>
                <a:prstGeom prst="rect">
                  <a:avLst/>
                </a:prstGeom>
                <a:noFill/>
              </p:spPr>
              <p:txBody>
                <a:bodyPr anchor="b" anchorCtr="false" rtlCol="0" wrap="none">
                  <a:noAutofit/>
                </a:bodyPr>
                <a:lstStyle/>
                <a:p>
                  <a:pPr algn="r"/>
                  <a:r>
                    <a:rPr b="true" i="false" lang="en-US" sz="54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descr="34b28970-4c4b-49af-9ef6-50c059e9e45f" id="18" name="组合 17">
                <a:extLst>
                  <a:ext uri="{FF2B5EF4-FFF2-40B4-BE49-F238E27FC236}">
                    <a16:creationId id="{4CF6C094-3AF8-9E2D-7C02-9E11417CAEC0}"/>
                  </a:ext>
                </a:extLst>
              </p:cNvPr>
              <p:cNvGrpSpPr/>
              <p:nvPr/>
            </p:nvGrpSpPr>
            <p:grpSpPr>
              <a:xfrm>
                <a:off x="4745563" y="4331030"/>
                <a:ext cx="6773337" cy="758679"/>
                <a:chOff x="4745563" y="4331030"/>
                <a:chExt cx="6773337" cy="758679"/>
              </a:xfrm>
            </p:grpSpPr>
            <p:sp>
              <p:nvSpPr>
                <p:cNvPr descr="8a93e114-dd23-4af8-a220-c09129eac327" id="10" name="Bullet4">
                  <a:extLst>
                    <a:ext uri="{FF2B5EF4-FFF2-40B4-BE49-F238E27FC236}">
                      <a16:creationId id="{037A31B5-9EF7-473D-AAD4-CCCED2196AD5}"/>
                    </a:ext>
                  </a:extLst>
                </p:cNvPr>
                <p:cNvSpPr/>
                <p:nvPr/>
              </p:nvSpPr>
              <p:spPr>
                <a:xfrm flipH="false" flipV="false">
                  <a:off x="5314950" y="4331030"/>
                  <a:ext cx="6203950" cy="720004"/>
                </a:xfrm>
                <a:prstGeom prst="round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Influence on Transportation Design</a:t>
                  </a:r>
                </a:p>
              </p:txBody>
            </p:sp>
            <p:sp>
              <p:nvSpPr>
                <p:cNvPr descr="1f561ae6-e494-40d5-af47-f23ded1634a5" id="11" name="Number4">
                  <a:extLst>
                    <a:ext uri="{FF2B5EF4-FFF2-40B4-BE49-F238E27FC236}">
                      <a16:creationId id="{69AC607A-CA1D-47CF-BDD4-A27549FE4E1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745563" y="4334512"/>
                  <a:ext cx="569387" cy="755197"/>
                </a:xfrm>
                <a:prstGeom prst="rect">
                  <a:avLst/>
                </a:prstGeom>
                <a:noFill/>
              </p:spPr>
              <p:txBody>
                <a:bodyPr anchor="b" anchorCtr="false" rtlCol="0" wrap="none">
                  <a:noAutofit/>
                </a:bodyPr>
                <a:lstStyle/>
                <a:p>
                  <a:pPr algn="r"/>
                  <a:r>
                    <a:rPr b="true" i="false" lang="en-US" sz="54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  <p:grpSp>
            <p:nvGrpSpPr>
              <p:cNvPr descr="f767707d-0a51-4c00-84a4-69ef8c59cee2" id="19" name="组合 18">
                <a:extLst>
                  <a:ext uri="{FF2B5EF4-FFF2-40B4-BE49-F238E27FC236}">
                    <a16:creationId id="{27B5A1A9-CA35-6D1B-C1C0-3BFC9F71EB73}"/>
                  </a:ext>
                </a:extLst>
              </p:cNvPr>
              <p:cNvGrpSpPr/>
              <p:nvPr/>
            </p:nvGrpSpPr>
            <p:grpSpPr>
              <a:xfrm>
                <a:off x="4745563" y="5375421"/>
                <a:ext cx="6773337" cy="758679"/>
                <a:chOff x="4745563" y="5375421"/>
                <a:chExt cx="6773337" cy="758679"/>
              </a:xfrm>
            </p:grpSpPr>
            <p:sp>
              <p:nvSpPr>
                <p:cNvPr descr="dc1638ba-87c6-4ba0-a989-1904dfd33ddd" id="12" name="Bullet5">
                  <a:extLst>
                    <a:ext uri="{FF2B5EF4-FFF2-40B4-BE49-F238E27FC236}">
                      <a16:creationId id="{7DA3DAF9-DE5E-48A3-8319-10A39EDB88B8}"/>
                    </a:ext>
                  </a:extLst>
                </p:cNvPr>
                <p:cNvSpPr/>
                <p:nvPr/>
              </p:nvSpPr>
              <p:spPr>
                <a:xfrm flipH="false" flipV="false">
                  <a:off x="5314950" y="5375421"/>
                  <a:ext cx="6203950" cy="720004"/>
                </a:xfrm>
                <a:prstGeom prst="round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Architectural Photography</a:t>
                  </a:r>
                </a:p>
              </p:txBody>
            </p:sp>
            <p:sp>
              <p:nvSpPr>
                <p:cNvPr descr="d8bf65e1-edb9-4748-a9dd-a76e2d97603e" id="13" name="Number5">
                  <a:extLst>
                    <a:ext uri="{FF2B5EF4-FFF2-40B4-BE49-F238E27FC236}">
                      <a16:creationId id="{546774A6-684F-4A14-8DF4-7B828A648FE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745563" y="5378903"/>
                  <a:ext cx="569387" cy="755197"/>
                </a:xfrm>
                <a:prstGeom prst="rect">
                  <a:avLst/>
                </a:prstGeom>
                <a:noFill/>
              </p:spPr>
              <p:txBody>
                <a:bodyPr anchor="b" anchorCtr="false" rtlCol="0" wrap="none">
                  <a:noAutofit/>
                </a:bodyPr>
                <a:lstStyle/>
                <a:p>
                  <a:pPr algn="r"/>
                  <a:r>
                    <a:rPr b="true" i="false" lang="en-US" sz="5400" u="none">
                      <a:solidFill>
                        <a:srgbClr val="FFFFFF"/>
                      </a:solidFill>
                      <a:latin typeface="Arial"/>
                    </a:rPr>
                    <a:t>5</a:t>
                  </a:r>
                </a:p>
              </p:txBody>
            </p:sp>
          </p:grpSp>
        </p:grpSp>
        <p:sp>
          <p:nvSpPr>
            <p:cNvPr descr="a3d14a3b-9045-431d-bacd-d4a4cce7d3ef" id="4" name="Title">
              <a:extLst>
                <a:ext uri="{FF2B5EF4-FFF2-40B4-BE49-F238E27FC236}">
                  <a16:creationId id="{43B61E5B-B9A1-4971-05B0-73E2F4F00D8D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422400" cy="3962891"/>
            </a:xfrm>
            <a:prstGeom prst="rect">
              <a:avLst/>
            </a:prstGeom>
            <a:noFill/>
          </p:spPr>
          <p:txBody>
            <a:bodyPr anchor="t" anchorCtr="false" bIns="45720" lIns="91440" rIns="91440" rtlCol="0" tIns="45720" vert="eaVert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Shaping the Urban Landscape</a:t>
              </a:r>
            </a:p>
          </p:txBody>
        </p: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American Modernism: 1919-1939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0cef20f4-85d9-444d-b21e-21daa257f350" id="8" name="c5b11aee-5fff-4364-a600-2d2e3e6794e5.source.5.zh-Hans.pptx">
            <a:extLst>
              <a:ext uri="{FF2B5EF4-FFF2-40B4-BE49-F238E27FC236}">
                <a16:creationId id="{963A8D04-F5D4-9427-EB70-A85C485B5733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7a8e5f8b-168f-45e7-b222-1c420a3775df" id="14" name="íşľîḍè">
              <a:extLst>
                <a:ext uri="{FF2B5EF4-FFF2-40B4-BE49-F238E27FC236}">
                  <a16:creationId id="{8F7C6163-DAB2-0EA4-FD60-F31A15471517}"/>
                </a:ext>
              </a:extLst>
            </p:cNvPr>
            <p:cNvSpPr/>
            <p:nvPr/>
          </p:nvSpPr>
          <p:spPr>
            <a:xfrm flipH="false" flipV="false">
              <a:off x="1004596" y="2829436"/>
              <a:ext cx="10182808" cy="1550336"/>
            </a:xfrm>
            <a:prstGeom prst="roundRect">
              <a:avLst>
                <a:gd fmla="val 50000" name="adj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d6e478fb-ef89-4c32-9cfd-281cafd436d8" id="15" name="任意多边形: 形状 14">
              <a:extLst>
                <a:ext uri="{FF2B5EF4-FFF2-40B4-BE49-F238E27FC236}">
                  <a16:creationId id="{8CCB8D67-BC22-33C5-C7E1-C6585A2FE288}"/>
                </a:ext>
              </a:extLst>
            </p:cNvPr>
            <p:cNvSpPr/>
            <p:nvPr/>
          </p:nvSpPr>
          <p:spPr>
            <a:xfrm flipH="false" flipV="false">
              <a:off x="4151248" y="2777730"/>
              <a:ext cx="94491" cy="108730"/>
            </a:xfrm>
            <a:custGeom>
              <a:avLst/>
              <a:gdLst>
                <a:gd fmla="*/ 0 w 185158" name="connsiteX0"/>
                <a:gd fmla="*/ 213059 h 213059" name="connsiteY0"/>
                <a:gd fmla="*/ 185159 w 185158" name="connsiteX1"/>
                <a:gd fmla="*/ 106530 h 213059" name="connsiteY1"/>
                <a:gd fmla="*/ 0 w 185158" name="connsiteX2"/>
                <a:gd fmla="*/ 0 h 213059" name="connsiteY2"/>
                <a:gd fmla="*/ 0 w 185158" name="connsiteX3"/>
                <a:gd fmla="*/ 213059 h 213059" name="connsiteY3"/>
                <a:gd fmla="*/ 0 w 185158" name="connsiteX4"/>
                <a:gd fmla="*/ 213059 h 21305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213059" w="185158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>
                <a:lnSpc>
                  <a:spcPct val="120000"/>
                </a:lnSpc>
              </a:pPr>
            </a:p>
          </p:txBody>
        </p:sp>
        <p:sp>
          <p:nvSpPr>
            <p:cNvPr descr="1e95c4e9-94f3-4d6c-b937-1186d63c4636" id="16" name="任意多边形: 形状 15">
              <a:extLst>
                <a:ext uri="{FF2B5EF4-FFF2-40B4-BE49-F238E27FC236}">
                  <a16:creationId id="{B52A4808-A1D8-A46B-F406-181F3A2DD3EF}"/>
                </a:ext>
              </a:extLst>
            </p:cNvPr>
            <p:cNvSpPr/>
            <p:nvPr/>
          </p:nvSpPr>
          <p:spPr>
            <a:xfrm flipH="false" flipV="false">
              <a:off x="7939912" y="2777730"/>
              <a:ext cx="94491" cy="108730"/>
            </a:xfrm>
            <a:custGeom>
              <a:avLst/>
              <a:gdLst>
                <a:gd fmla="*/ 0 w 185158" name="connsiteX0"/>
                <a:gd fmla="*/ 213059 h 213059" name="connsiteY0"/>
                <a:gd fmla="*/ 185159 w 185158" name="connsiteX1"/>
                <a:gd fmla="*/ 106530 h 213059" name="connsiteY1"/>
                <a:gd fmla="*/ 0 w 185158" name="connsiteX2"/>
                <a:gd fmla="*/ 0 h 213059" name="connsiteY2"/>
                <a:gd fmla="*/ 0 w 185158" name="connsiteX3"/>
                <a:gd fmla="*/ 213059 h 213059" name="connsiteY3"/>
                <a:gd fmla="*/ 0 w 185158" name="connsiteX4"/>
                <a:gd fmla="*/ 213059 h 21305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213059" w="185158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>
                <a:lnSpc>
                  <a:spcPct val="120000"/>
                </a:lnSpc>
              </a:pPr>
            </a:p>
          </p:txBody>
        </p:sp>
        <p:sp>
          <p:nvSpPr>
            <p:cNvPr descr="ca07da32-78f2-46a0-8570-5b2c0b9213cc" id="17" name="任意多边形: 形状 16">
              <a:extLst>
                <a:ext uri="{FF2B5EF4-FFF2-40B4-BE49-F238E27FC236}">
                  <a16:creationId id="{13D0824C-0631-3E7D-7DBE-D4297D8F4C3D}"/>
                </a:ext>
              </a:extLst>
            </p:cNvPr>
            <p:cNvSpPr/>
            <p:nvPr/>
          </p:nvSpPr>
          <p:spPr>
            <a:xfrm flipH="true" flipV="false">
              <a:off x="6042404" y="4328361"/>
              <a:ext cx="94491" cy="108730"/>
            </a:xfrm>
            <a:custGeom>
              <a:avLst/>
              <a:gdLst>
                <a:gd fmla="*/ 0 w 185158" name="connsiteX0"/>
                <a:gd fmla="*/ 213059 h 213059" name="connsiteY0"/>
                <a:gd fmla="*/ 185159 w 185158" name="connsiteX1"/>
                <a:gd fmla="*/ 106530 h 213059" name="connsiteY1"/>
                <a:gd fmla="*/ 0 w 185158" name="connsiteX2"/>
                <a:gd fmla="*/ 0 h 213059" name="connsiteY2"/>
                <a:gd fmla="*/ 0 w 185158" name="connsiteX3"/>
                <a:gd fmla="*/ 213059 h 213059" name="connsiteY3"/>
                <a:gd fmla="*/ 0 w 185158" name="connsiteX4"/>
                <a:gd fmla="*/ 213059 h 21305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213059" w="185158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>
                <a:lnSpc>
                  <a:spcPct val="120000"/>
                </a:lnSpc>
              </a:pPr>
            </a:p>
          </p:txBody>
        </p:sp>
        <p:sp>
          <p:nvSpPr>
            <p:cNvPr descr="fb37b36d-b855-4229-a638-1fe0e75fd9d4" id="19" name="Title">
              <a:extLst>
                <a:ext uri="{FF2B5EF4-FFF2-40B4-BE49-F238E27FC236}">
                  <a16:creationId id="{14048E2A-8793-358D-F3A0-67D9603182E7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362614" y="3178175"/>
              <a:ext cx="9466772" cy="772297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A Display of Modern Achievements</a:t>
              </a:r>
            </a:p>
          </p:txBody>
        </p:sp>
        <p:grpSp>
          <p:nvGrpSpPr>
            <p:cNvPr descr="19843e6b-2e42-4be6-a7fa-27ae1e397ba1" id="2" name="组合 1">
              <a:extLst>
                <a:ext uri="{FF2B5EF4-FFF2-40B4-BE49-F238E27FC236}">
                  <a16:creationId id="{B9897963-D317-1346-CD98-936CBFC73894}"/>
                </a:ext>
              </a:extLst>
            </p:cNvPr>
            <p:cNvGrpSpPr/>
            <p:nvPr/>
          </p:nvGrpSpPr>
          <p:grpSpPr>
            <a:xfrm>
              <a:off x="660401" y="1130300"/>
              <a:ext cx="3281169" cy="1938095"/>
              <a:chOff x="660401" y="1130300"/>
              <a:chExt cx="3281169" cy="1938095"/>
            </a:xfrm>
          </p:grpSpPr>
          <p:sp>
            <p:nvSpPr>
              <p:cNvPr descr="cab6375b-2a74-4ea3-a959-690450fdf008" id="57" name="Number1">
                <a:extLst>
                  <a:ext uri="{FF2B5EF4-FFF2-40B4-BE49-F238E27FC236}">
                    <a16:creationId id="{DFF218C3-1B71-A986-CD8C-E263F84CF93B}"/>
                  </a:ext>
                </a:extLst>
              </p:cNvPr>
              <p:cNvSpPr/>
              <p:nvPr/>
            </p:nvSpPr>
            <p:spPr>
              <a:xfrm flipH="true" flipV="false">
                <a:off x="1733634" y="2614795"/>
                <a:ext cx="461602" cy="453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596ef519-1f5f-43f9-984c-d6fc1fa0d07e" id="58" name="Bullet1">
                <a:extLst>
                  <a:ext uri="{FF2B5EF4-FFF2-40B4-BE49-F238E27FC236}">
                    <a16:creationId id="{C9237AB0-C3A4-10B7-DFBB-4B909B89768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1130300"/>
                <a:ext cx="3281169" cy="670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Political Architecture</a:t>
                </a:r>
              </a:p>
            </p:txBody>
          </p:sp>
          <p:sp>
            <p:nvSpPr>
              <p:cNvPr descr="c285b649-137f-40dd-81b0-5bdf49b763bc" id="59" name="Text1">
                <a:extLst>
                  <a:ext uri="{FF2B5EF4-FFF2-40B4-BE49-F238E27FC236}">
                    <a16:creationId id="{845E67A1-2208-8C61-CBC3-39B08AFE170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1800615"/>
                <a:ext cx="3281169" cy="814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Pavilions reflected national ideologies.</a:t>
                </a:r>
              </a:p>
            </p:txBody>
          </p:sp>
        </p:grpSp>
        <p:grpSp>
          <p:nvGrpSpPr>
            <p:cNvPr descr="b8ec3967-c7c5-4f3c-bf4b-dc56f873a64f" id="4" name="组合 3">
              <a:extLst>
                <a:ext uri="{FF2B5EF4-FFF2-40B4-BE49-F238E27FC236}">
                  <a16:creationId id="{DFA056B0-21C2-1F57-244F-8B986C3597FF}"/>
                </a:ext>
              </a:extLst>
            </p:cNvPr>
            <p:cNvGrpSpPr/>
            <p:nvPr/>
          </p:nvGrpSpPr>
          <p:grpSpPr>
            <a:xfrm>
              <a:off x="4455416" y="1130300"/>
              <a:ext cx="3281169" cy="1938095"/>
              <a:chOff x="4455416" y="1130300"/>
              <a:chExt cx="3281169" cy="1938095"/>
            </a:xfrm>
          </p:grpSpPr>
          <p:sp>
            <p:nvSpPr>
              <p:cNvPr descr="947837cf-f43d-42a2-9c21-954eaa8c8ad1" id="54" name="Number2">
                <a:extLst>
                  <a:ext uri="{FF2B5EF4-FFF2-40B4-BE49-F238E27FC236}">
                    <a16:creationId id="{0355911B-3091-B5ED-23D6-5AF38FBEAC20}"/>
                  </a:ext>
                </a:extLst>
              </p:cNvPr>
              <p:cNvSpPr/>
              <p:nvPr/>
            </p:nvSpPr>
            <p:spPr>
              <a:xfrm flipH="true" flipV="false">
                <a:off x="5865199" y="2614795"/>
                <a:ext cx="461602" cy="453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2346f308-04b0-4e58-8d85-765a3efd866d" id="55" name="Bullet2">
                <a:extLst>
                  <a:ext uri="{FF2B5EF4-FFF2-40B4-BE49-F238E27FC236}">
                    <a16:creationId id="{C62E41BD-6311-FAD1-4897-8190ACDE6D3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455416" y="1130300"/>
                <a:ext cx="3281169" cy="670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Soviet Pavilion</a:t>
                </a:r>
              </a:p>
            </p:txBody>
          </p:sp>
          <p:sp>
            <p:nvSpPr>
              <p:cNvPr descr="333e1db7-89ae-477c-bbc2-0c59a7dad2cd" id="56" name="Text2">
                <a:extLst>
                  <a:ext uri="{FF2B5EF4-FFF2-40B4-BE49-F238E27FC236}">
                    <a16:creationId id="{EA95E98F-C7DA-57B3-4E77-38A3178FA65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455416" y="1800615"/>
                <a:ext cx="3281169" cy="814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Displayed socialist architectural styles.</a:t>
                </a:r>
              </a:p>
            </p:txBody>
          </p:sp>
        </p:grpSp>
        <p:grpSp>
          <p:nvGrpSpPr>
            <p:cNvPr descr="29382d9e-e3e9-4b52-8543-d80672e27ce9" id="5" name="组合 4">
              <a:extLst>
                <a:ext uri="{FF2B5EF4-FFF2-40B4-BE49-F238E27FC236}">
                  <a16:creationId id="{08F3F838-3D27-EFDF-E3D0-1C3982EE42E3}"/>
                </a:ext>
              </a:extLst>
            </p:cNvPr>
            <p:cNvGrpSpPr/>
            <p:nvPr/>
          </p:nvGrpSpPr>
          <p:grpSpPr>
            <a:xfrm>
              <a:off x="8237731" y="1130300"/>
              <a:ext cx="3281169" cy="1938095"/>
              <a:chOff x="8237731" y="1130300"/>
              <a:chExt cx="3281169" cy="1938095"/>
            </a:xfrm>
          </p:grpSpPr>
          <p:sp>
            <p:nvSpPr>
              <p:cNvPr descr="c43c6d1a-9025-42b1-aef1-3de8c5f28dde" id="48" name="Number3">
                <a:extLst>
                  <a:ext uri="{FF2B5EF4-FFF2-40B4-BE49-F238E27FC236}">
                    <a16:creationId id="{CBF41758-3303-D857-D519-B635E698C732}"/>
                  </a:ext>
                </a:extLst>
              </p:cNvPr>
              <p:cNvSpPr/>
              <p:nvPr/>
            </p:nvSpPr>
            <p:spPr>
              <a:xfrm flipH="true" flipV="false">
                <a:off x="9647514" y="2614795"/>
                <a:ext cx="461602" cy="453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86040803-4c1b-4a5e-9044-ba291cf5406c" id="49" name="Bullet3">
                <a:extLst>
                  <a:ext uri="{FF2B5EF4-FFF2-40B4-BE49-F238E27FC236}">
                    <a16:creationId id="{95696526-DCA3-D4FD-9703-AADA7315A89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237731" y="1130300"/>
                <a:ext cx="3281169" cy="670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German Pavilion</a:t>
                </a:r>
              </a:p>
            </p:txBody>
          </p:sp>
          <p:sp>
            <p:nvSpPr>
              <p:cNvPr descr="eec4185a-6aba-4b41-a28c-ab39b9df3a0e" id="51" name="Text3">
                <a:extLst>
                  <a:ext uri="{FF2B5EF4-FFF2-40B4-BE49-F238E27FC236}">
                    <a16:creationId id="{EBE69E37-51A1-0B1C-2B1C-C1BA31AE063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237731" y="1800615"/>
                <a:ext cx="3281169" cy="814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Exemplified Nazi aesthetic and propaganda.</a:t>
                </a:r>
              </a:p>
            </p:txBody>
          </p:sp>
        </p:grpSp>
        <p:grpSp>
          <p:nvGrpSpPr>
            <p:cNvPr descr="d8ed0c5d-1356-4870-aba6-175943fac72a" id="6" name="组合 5">
              <a:extLst>
                <a:ext uri="{FF2B5EF4-FFF2-40B4-BE49-F238E27FC236}">
                  <a16:creationId id="{680D0F39-CCC9-926B-464A-CDCC35A2CC30}"/>
                </a:ext>
              </a:extLst>
            </p:cNvPr>
            <p:cNvGrpSpPr/>
            <p:nvPr/>
          </p:nvGrpSpPr>
          <p:grpSpPr>
            <a:xfrm>
              <a:off x="6516122" y="4177110"/>
              <a:ext cx="5002778" cy="1956990"/>
              <a:chOff x="6516122" y="4177110"/>
              <a:chExt cx="5002778" cy="1956990"/>
            </a:xfrm>
          </p:grpSpPr>
          <p:sp>
            <p:nvSpPr>
              <p:cNvPr descr="275f3f7b-b4f5-4426-8a6d-793e760ec15d" id="40" name="Number4">
                <a:extLst>
                  <a:ext uri="{FF2B5EF4-FFF2-40B4-BE49-F238E27FC236}">
                    <a16:creationId id="{3A5CDC1F-66AA-3116-FD27-BE0F0B22BBDE}"/>
                  </a:ext>
                </a:extLst>
              </p:cNvPr>
              <p:cNvSpPr/>
              <p:nvPr/>
            </p:nvSpPr>
            <p:spPr>
              <a:xfrm flipH="true" flipV="false">
                <a:off x="8786710" y="4177110"/>
                <a:ext cx="461602" cy="453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33ebcc49-9230-4553-87c3-2c1249b391cb" id="43" name="Bullet4">
                <a:extLst>
                  <a:ext uri="{FF2B5EF4-FFF2-40B4-BE49-F238E27FC236}">
                    <a16:creationId id="{66C67FC5-29E0-0206-C1A3-632CC1AD470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16122" y="4648891"/>
                <a:ext cx="5002778" cy="670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Modernist Exhibits</a:t>
                </a:r>
              </a:p>
            </p:txBody>
          </p:sp>
          <p:sp>
            <p:nvSpPr>
              <p:cNvPr descr="c49cf031-be2c-47dd-b394-1a97099e3f89" id="47" name="Text4">
                <a:extLst>
                  <a:ext uri="{FF2B5EF4-FFF2-40B4-BE49-F238E27FC236}">
                    <a16:creationId id="{4C8AD06B-1CD6-209F-1B39-BAA54355E49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16122" y="5319206"/>
                <a:ext cx="5002778" cy="814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Showcased innovative architectural designs.</a:t>
                </a:r>
              </a:p>
            </p:txBody>
          </p:sp>
        </p:grpSp>
        <p:grpSp>
          <p:nvGrpSpPr>
            <p:cNvPr descr="828e1a2f-40ba-4791-a233-6caecc3ef4e8" id="7" name="组合 6">
              <a:extLst>
                <a:ext uri="{FF2B5EF4-FFF2-40B4-BE49-F238E27FC236}">
                  <a16:creationId id="{C6E4A1D3-E029-0F50-F0B4-6303593CFE4F}"/>
                </a:ext>
              </a:extLst>
            </p:cNvPr>
            <p:cNvGrpSpPr/>
            <p:nvPr/>
          </p:nvGrpSpPr>
          <p:grpSpPr>
            <a:xfrm>
              <a:off x="660400" y="4177110"/>
              <a:ext cx="5002778" cy="1956990"/>
              <a:chOff x="660400" y="4177110"/>
              <a:chExt cx="5002778" cy="1956990"/>
            </a:xfrm>
          </p:grpSpPr>
          <p:sp>
            <p:nvSpPr>
              <p:cNvPr descr="ef50b9ea-3891-427c-b2d9-234803ac5369" id="33" name="Number5">
                <a:extLst>
                  <a:ext uri="{FF2B5EF4-FFF2-40B4-BE49-F238E27FC236}">
                    <a16:creationId id="{7278DE3D-0176-55DF-B097-C939295DEF7B}"/>
                  </a:ext>
                </a:extLst>
              </p:cNvPr>
              <p:cNvSpPr/>
              <p:nvPr/>
            </p:nvSpPr>
            <p:spPr>
              <a:xfrm flipH="true" flipV="false">
                <a:off x="2930988" y="4177110"/>
                <a:ext cx="461602" cy="453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e20132b7-85ea-4a8d-b37b-93f270114c34" id="35" name="Bullet5">
                <a:extLst>
                  <a:ext uri="{FF2B5EF4-FFF2-40B4-BE49-F238E27FC236}">
                    <a16:creationId id="{B4E28702-D977-7D1A-754D-A767944FCA4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0" y="4648891"/>
                <a:ext cx="5002778" cy="670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Cultural Impact</a:t>
                </a:r>
              </a:p>
            </p:txBody>
          </p:sp>
          <p:sp>
            <p:nvSpPr>
              <p:cNvPr descr="0cb0be39-d8c0-4fc6-8bf5-4b36329558eb" id="38" name="Text5">
                <a:extLst>
                  <a:ext uri="{FF2B5EF4-FFF2-40B4-BE49-F238E27FC236}">
                    <a16:creationId id="{C06D7E89-8B55-E283-07D8-B79E43CCBAA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0" y="5319206"/>
                <a:ext cx="5002778" cy="814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Influenced post-war architectural trends.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Paris International Exposition of 1937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9ad90a1-cdc3-4aa5-8d78-a3e18a65e954" id="50" name="031ed640-ed31-4426-ac90-66669556f87c.source.5.zh-Hans.pptx">
            <a:extLst>
              <a:ext uri="{FF2B5EF4-FFF2-40B4-BE49-F238E27FC236}">
                <a16:creationId id="{C3248CC1-BF06-BC17-07CA-4FBF4BA75590}"/>
              </a:ext>
            </a:extLst>
          </p:cNvPr>
          <p:cNvGrpSpPr/>
          <p:nvPr/>
        </p:nvGrpSpPr>
        <p:grpSpPr>
          <a:xfrm>
            <a:off x="671511" y="1123950"/>
            <a:ext cx="10848969" cy="5116513"/>
            <a:chOff x="671511" y="1123950"/>
            <a:chExt cx="10848969" cy="5116513"/>
          </a:xfrm>
        </p:grpSpPr>
        <p:sp>
          <p:nvSpPr>
            <p:cNvPr descr="b5ab0a39-1775-4fd8-a01b-20fe0bc63f2f" id="3" name="Title">
              <a:extLst>
                <a:ext uri="{FF2B5EF4-FFF2-40B4-BE49-F238E27FC236}">
                  <a16:creationId id="{7CD8B59E-D9EE-4C87-A53F-91B4EC12E5F0}"/>
                </a:ext>
              </a:extLst>
            </p:cNvPr>
            <p:cNvSpPr/>
            <p:nvPr/>
          </p:nvSpPr>
          <p:spPr>
            <a:xfrm flipH="false" flipV="false">
              <a:off x="671511" y="1123950"/>
              <a:ext cx="3836989" cy="167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r"/>
              <a:r>
                <a:rPr b="true" i="true" lang="en-US" sz="2400" u="none">
                  <a:solidFill>
                    <a:srgbClr val="FFFFFF"/>
                  </a:solidFill>
                  <a:latin typeface="Arial"/>
                </a:rPr>
                <a:t>Vision for the Future</a:t>
              </a:r>
            </a:p>
          </p:txBody>
        </p:sp>
        <p:cxnSp>
          <p:nvCxnSpPr>
            <p:cNvPr descr="3f75abc7-18d3-4cc7-b407-cf4cdb083a3e" id="4" name="直接连接符 3">
              <a:extLst>
                <a:ext uri="{FF2B5EF4-FFF2-40B4-BE49-F238E27FC236}">
                  <a16:creationId id="{36474A4F-21EA-4343-9B2F-68165F8B2218}"/>
                </a:ext>
              </a:extLst>
            </p:cNvPr>
            <p:cNvCxnSpPr/>
            <p:nvPr/>
          </p:nvCxnSpPr>
          <p:spPr>
            <a:xfrm flipH="false" flipV="false">
              <a:off x="5041900" y="1123950"/>
              <a:ext cx="0" cy="5116513"/>
            </a:xfrm>
            <a:prstGeom prst="line">
              <a:avLst/>
            </a:prstGeom>
            <a:ln cap="rnd" w="3175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b9771ee0-76de-4f05-a770-c4cab9367d68" id="44" name="组合 43">
              <a:extLst>
                <a:ext uri="{FF2B5EF4-FFF2-40B4-BE49-F238E27FC236}">
                  <a16:creationId id="{3DA88886-B464-C6E1-30F0-6E1EBCCA9F2A}"/>
                </a:ext>
              </a:extLst>
            </p:cNvPr>
            <p:cNvGrpSpPr/>
            <p:nvPr/>
          </p:nvGrpSpPr>
          <p:grpSpPr>
            <a:xfrm>
              <a:off x="5465958" y="1123950"/>
              <a:ext cx="6054522" cy="977530"/>
              <a:chOff x="5465958" y="1123950"/>
              <a:chExt cx="6054522" cy="977530"/>
            </a:xfrm>
          </p:grpSpPr>
          <p:sp>
            <p:nvSpPr>
              <p:cNvPr descr="1063b316-d4c6-40d1-ae6b-dcafcd28fbbd" id="42" name="Bullet1">
                <a:extLst>
                  <a:ext uri="{FF2B5EF4-FFF2-40B4-BE49-F238E27FC236}">
                    <a16:creationId id="{B61A8727-1C53-47D1-8C82-4B6E3D6BCB40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1123950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Theme of the Future</a:t>
                </a:r>
              </a:p>
            </p:txBody>
          </p:sp>
          <p:sp>
            <p:nvSpPr>
              <p:cNvPr descr="5735d9f9-3354-4bf7-94ad-74d881b8ac24" id="43" name="Number1">
                <a:extLst>
                  <a:ext uri="{FF2B5EF4-FFF2-40B4-BE49-F238E27FC236}">
                    <a16:creationId id="{C91A27DB-9857-4F13-BD5A-1C687014A6DE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1153569"/>
                <a:ext cx="439544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01.</a:t>
                </a:r>
              </a:p>
            </p:txBody>
          </p:sp>
          <p:sp>
            <p:nvSpPr>
              <p:cNvPr descr="9e92bf33-3717-46fc-a4f8-e751fb585b7a" id="40" name="Text1">
                <a:extLst>
                  <a:ext uri="{FF2B5EF4-FFF2-40B4-BE49-F238E27FC236}">
                    <a16:creationId id="{AB2F4B57-2B56-4B89-8D3F-664C02D485A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1522905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Emphasized optimism and progress.</a:t>
                </a:r>
              </a:p>
            </p:txBody>
          </p:sp>
          <p:cxnSp>
            <p:nvCxnSpPr>
              <p:cNvPr descr="c22311fd-f110-468e-8733-4364aa94a008" id="16" name="直接连接符 15">
                <a:extLst>
                  <a:ext uri="{FF2B5EF4-FFF2-40B4-BE49-F238E27FC236}">
                    <a16:creationId id="{7C2DBF31-59CB-4E46-942A-5D292BDC6CC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2086671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b8069a56-f4b9-465e-9475-9edd90ac32fa" id="45" name="组合 44">
              <a:extLst>
                <a:ext uri="{FF2B5EF4-FFF2-40B4-BE49-F238E27FC236}">
                  <a16:creationId id="{DAB01D47-B0BF-61FA-4E91-6E920012FD8B}"/>
                </a:ext>
              </a:extLst>
            </p:cNvPr>
            <p:cNvGrpSpPr/>
            <p:nvPr/>
          </p:nvGrpSpPr>
          <p:grpSpPr>
            <a:xfrm>
              <a:off x="5465958" y="2151484"/>
              <a:ext cx="6054522" cy="977530"/>
              <a:chOff x="5465958" y="2151484"/>
              <a:chExt cx="6054522" cy="977530"/>
            </a:xfrm>
          </p:grpSpPr>
          <p:sp>
            <p:nvSpPr>
              <p:cNvPr descr="cdea3996-c07a-4f25-915a-2253db76035d" id="38" name="Bullet2">
                <a:extLst>
                  <a:ext uri="{FF2B5EF4-FFF2-40B4-BE49-F238E27FC236}">
                    <a16:creationId id="{C283602B-A6A4-47A4-AF9E-55795D93960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2151484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Futuristic Designs</a:t>
                </a:r>
              </a:p>
            </p:txBody>
          </p:sp>
          <p:sp>
            <p:nvSpPr>
              <p:cNvPr descr="79bfef51-8b05-48b1-849c-c68ef44322a2" id="39" name="Number2">
                <a:extLst>
                  <a:ext uri="{FF2B5EF4-FFF2-40B4-BE49-F238E27FC236}">
                    <a16:creationId id="{F18EAA1A-5D98-4B08-832B-12E4C36D2C9B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2181103"/>
                <a:ext cx="473206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02.</a:t>
                </a:r>
              </a:p>
            </p:txBody>
          </p:sp>
          <p:sp>
            <p:nvSpPr>
              <p:cNvPr descr="4ae87fc4-323a-4de7-9d2a-bdd7ad3de819" id="36" name="Text2">
                <a:extLst>
                  <a:ext uri="{FF2B5EF4-FFF2-40B4-BE49-F238E27FC236}">
                    <a16:creationId id="{F8DFF95B-E3EC-4BFC-AC88-C21B63094898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2550439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Showcased innovative architectural visions.</a:t>
                </a:r>
              </a:p>
            </p:txBody>
          </p:sp>
          <p:cxnSp>
            <p:nvCxnSpPr>
              <p:cNvPr descr="b9ab6a32-337e-4734-8627-edefa0bebd82" id="18" name="直接连接符 17">
                <a:extLst>
                  <a:ext uri="{FF2B5EF4-FFF2-40B4-BE49-F238E27FC236}">
                    <a16:creationId id="{AAC2CCE9-1C8F-457C-8962-57D648DF17A1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3114205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fb6dddf0-a0f3-43a8-aac4-62c411276dfb" id="46" name="组合 45">
              <a:extLst>
                <a:ext uri="{FF2B5EF4-FFF2-40B4-BE49-F238E27FC236}">
                  <a16:creationId id="{DEE39FC1-09C4-319F-C465-CF2F038E6019}"/>
                </a:ext>
              </a:extLst>
            </p:cNvPr>
            <p:cNvGrpSpPr/>
            <p:nvPr/>
          </p:nvGrpSpPr>
          <p:grpSpPr>
            <a:xfrm>
              <a:off x="5465958" y="3179018"/>
              <a:ext cx="6054522" cy="977530"/>
              <a:chOff x="5465958" y="3179018"/>
              <a:chExt cx="6054522" cy="977530"/>
            </a:xfrm>
          </p:grpSpPr>
          <p:sp>
            <p:nvSpPr>
              <p:cNvPr descr="fb261c38-08cd-4cd1-b5ec-a0d7a86228ab" id="34" name="Bullet3">
                <a:extLst>
                  <a:ext uri="{FF2B5EF4-FFF2-40B4-BE49-F238E27FC236}">
                    <a16:creationId id="{87D3759F-8B06-4944-A97C-CB3D3D233D6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3179018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Trylon and Perisphere</a:t>
                </a:r>
              </a:p>
            </p:txBody>
          </p:sp>
          <p:sp>
            <p:nvSpPr>
              <p:cNvPr descr="4a8b8ddc-e4d6-4ad4-88ca-08a5e88d5e58" id="35" name="Number3">
                <a:extLst>
                  <a:ext uri="{FF2B5EF4-FFF2-40B4-BE49-F238E27FC236}">
                    <a16:creationId id="{144FA05D-CB98-4F76-B06D-F7DAD8DC5C7A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3208637"/>
                <a:ext cx="474810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03.</a:t>
                </a:r>
              </a:p>
            </p:txBody>
          </p:sp>
          <p:sp>
            <p:nvSpPr>
              <p:cNvPr descr="9642e057-d486-449f-85e2-cc070bbc20a0" id="32" name="Text3">
                <a:extLst>
                  <a:ext uri="{FF2B5EF4-FFF2-40B4-BE49-F238E27FC236}">
                    <a16:creationId id="{C821A3C0-8B2B-4A4B-94BD-861D88D58CB3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3577973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Iconic symbols of the fair.</a:t>
                </a:r>
              </a:p>
            </p:txBody>
          </p:sp>
          <p:cxnSp>
            <p:nvCxnSpPr>
              <p:cNvPr descr="a8608ac2-f68c-4f9c-abef-f8f809ef53bd" id="20" name="直接连接符 19">
                <a:extLst>
                  <a:ext uri="{FF2B5EF4-FFF2-40B4-BE49-F238E27FC236}">
                    <a16:creationId id="{51707268-1898-4B21-823C-20D775FC7EB4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4141739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0da48b4a-e2d6-431b-85d2-3714f2cd6705" id="47" name="组合 46">
              <a:extLst>
                <a:ext uri="{FF2B5EF4-FFF2-40B4-BE49-F238E27FC236}">
                  <a16:creationId id="{42D2398A-E234-DC60-1F3A-A93F1ECE8083}"/>
                </a:ext>
              </a:extLst>
            </p:cNvPr>
            <p:cNvGrpSpPr/>
            <p:nvPr/>
          </p:nvGrpSpPr>
          <p:grpSpPr>
            <a:xfrm>
              <a:off x="5465958" y="4206552"/>
              <a:ext cx="6054522" cy="977530"/>
              <a:chOff x="5465958" y="4206552"/>
              <a:chExt cx="6054522" cy="977530"/>
            </a:xfrm>
          </p:grpSpPr>
          <p:sp>
            <p:nvSpPr>
              <p:cNvPr descr="0594e1ee-f16b-4ea6-9692-8f436b8d0c37" id="30" name="Bullet4">
                <a:extLst>
                  <a:ext uri="{FF2B5EF4-FFF2-40B4-BE49-F238E27FC236}">
                    <a16:creationId id="{D9F22A79-5C36-47AF-9BBC-87258696CF97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4206552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Transportation Exhibits</a:t>
                </a:r>
              </a:p>
            </p:txBody>
          </p:sp>
          <p:sp>
            <p:nvSpPr>
              <p:cNvPr descr="fc8cb817-e14a-4f62-ab33-1a1fbea77509" id="31" name="Number4">
                <a:extLst>
                  <a:ext uri="{FF2B5EF4-FFF2-40B4-BE49-F238E27FC236}">
                    <a16:creationId id="{31EB2086-DB77-4EDD-BD38-7EF99FE23CA2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4236171"/>
                <a:ext cx="439544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04.</a:t>
                </a:r>
              </a:p>
            </p:txBody>
          </p:sp>
          <p:sp>
            <p:nvSpPr>
              <p:cNvPr descr="a1e65bb3-e31c-4bdf-beeb-b3458762b23a" id="28" name="Text4">
                <a:extLst>
                  <a:ext uri="{FF2B5EF4-FFF2-40B4-BE49-F238E27FC236}">
                    <a16:creationId id="{D37C2A43-F14F-41A6-B10B-90E66F025206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4605507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Featured advancements in urban mobility.</a:t>
                </a:r>
              </a:p>
            </p:txBody>
          </p:sp>
          <p:cxnSp>
            <p:nvCxnSpPr>
              <p:cNvPr descr="fbfc0598-8d58-4e28-b990-075adb90c6ac" id="22" name="直接连接符 21">
                <a:extLst>
                  <a:ext uri="{FF2B5EF4-FFF2-40B4-BE49-F238E27FC236}">
                    <a16:creationId id="{EFA040B3-78DA-4CE1-A92E-7FA8828F120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5169273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f7b91e5f-4952-4d3e-8143-a8adaa5df514" id="48" name="组合 47">
              <a:extLst>
                <a:ext uri="{FF2B5EF4-FFF2-40B4-BE49-F238E27FC236}">
                  <a16:creationId id="{82C338FD-02D8-9B32-00E2-E6D3E9E2494B}"/>
                </a:ext>
              </a:extLst>
            </p:cNvPr>
            <p:cNvGrpSpPr/>
            <p:nvPr/>
          </p:nvGrpSpPr>
          <p:grpSpPr>
            <a:xfrm>
              <a:off x="5465958" y="5234086"/>
              <a:ext cx="6054522" cy="912714"/>
              <a:chOff x="5465958" y="5234086"/>
              <a:chExt cx="6054522" cy="912714"/>
            </a:xfrm>
          </p:grpSpPr>
          <p:sp>
            <p:nvSpPr>
              <p:cNvPr descr="09c95a26-3081-4597-acb8-09a778b8a012" id="26" name="Bullet5">
                <a:extLst>
                  <a:ext uri="{FF2B5EF4-FFF2-40B4-BE49-F238E27FC236}">
                    <a16:creationId id="{C30EDBA6-70D5-4E5A-8FF4-BF860F95D3BF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5234086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Cultural Significance</a:t>
                </a:r>
              </a:p>
            </p:txBody>
          </p:sp>
          <p:sp>
            <p:nvSpPr>
              <p:cNvPr descr="538a83be-54ab-4bd9-a45b-c5ab329d7053" id="27" name="Number5">
                <a:extLst>
                  <a:ext uri="{FF2B5EF4-FFF2-40B4-BE49-F238E27FC236}">
                    <a16:creationId id="{FBE59847-9A8C-4413-8240-C813529FE6C3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5263705"/>
                <a:ext cx="476412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05.</a:t>
                </a:r>
              </a:p>
            </p:txBody>
          </p:sp>
          <p:sp>
            <p:nvSpPr>
              <p:cNvPr descr="45438598-9a60-4615-8b5c-55a736f34c74" id="24" name="Text5">
                <a:extLst>
                  <a:ext uri="{FF2B5EF4-FFF2-40B4-BE49-F238E27FC236}">
                    <a16:creationId id="{2F4BFF7D-C56F-4B31-8E23-0CF332EBC5D2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5633037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Influenced post-war city planning.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New York World's Fair (1939)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Impact of World War II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Architecture in Times of Crisis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e65f32d-1aaf-4715-a84e-35b594baebaf" id="45" name="072c3d41-939f-40a2-b52c-b530bfb28946.source.7.zh-Hans.pptx">
            <a:extLst>
              <a:ext uri="{FF2B5EF4-FFF2-40B4-BE49-F238E27FC236}">
                <a16:creationId id="{BF828717-5666-A429-A2B9-A6CF6AD20C80}"/>
              </a:ext>
            </a:extLst>
          </p:cNvPr>
          <p:cNvGrpSpPr/>
          <p:nvPr/>
        </p:nvGrpSpPr>
        <p:grpSpPr>
          <a:xfrm>
            <a:off x="660399" y="1130300"/>
            <a:ext cx="10858509" cy="5003801"/>
            <a:chOff x="660399" y="1130300"/>
            <a:chExt cx="10858509" cy="5003801"/>
          </a:xfrm>
        </p:grpSpPr>
        <p:sp>
          <p:nvSpPr>
            <p:cNvPr descr="291b3636-91b6-402f-989f-71efe9296ed5" id="3" name="PictureMisc1">
              <a:extLst>
                <a:ext uri="{FF2B5EF4-FFF2-40B4-BE49-F238E27FC236}">
                  <a16:creationId id="{0E5579B0-2B8B-B29D-3AB2-7BD067E04301}"/>
                </a:ext>
              </a:extLst>
            </p:cNvPr>
            <p:cNvSpPr/>
            <p:nvPr/>
          </p:nvSpPr>
          <p:spPr>
            <a:xfrm flipH="false" flipV="false">
              <a:off x="660400" y="1130301"/>
              <a:ext cx="2608581" cy="5003800"/>
            </a:xfrm>
            <a:prstGeom prst="rect">
              <a:avLst/>
            </a:prstGeom>
            <a:blipFill rotWithShape="true">
              <a:blip r:embed="rId5"/>
              <a:stretch>
                <a:fillRect b="0" l="-100642" r="-99901" t="0"/>
              </a:stretch>
            </a:blipFill>
            <a:ln cap="sq" w="6350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/>
            </a:p>
          </p:txBody>
        </p:sp>
        <p:sp>
          <p:nvSpPr>
            <p:cNvPr descr="b921ee56-5dba-4eef-91d3-a28ba641c52d" id="4" name="Title">
              <a:extLst>
                <a:ext uri="{FF2B5EF4-FFF2-40B4-BE49-F238E27FC236}">
                  <a16:creationId id="{D87590DB-C2C7-485E-0D8C-D77CB54FC1E4}"/>
                </a:ext>
              </a:extLst>
            </p:cNvPr>
            <p:cNvSpPr/>
            <p:nvPr/>
          </p:nvSpPr>
          <p:spPr>
            <a:xfrm flipH="false" flipV="false">
              <a:off x="660399" y="2320960"/>
              <a:ext cx="2608581" cy="2622480"/>
            </a:xfrm>
            <a:prstGeom prst="roundRect">
              <a:avLst>
                <a:gd fmla="val 0" name="adj"/>
              </a:avLst>
            </a:prstGeom>
            <a:solidFill>
              <a:srgbClr val="FFFFFF">
                <a:alpha val="90000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Necessity Drives Invention</a:t>
              </a:r>
            </a:p>
          </p:txBody>
        </p:sp>
        <p:cxnSp>
          <p:nvCxnSpPr>
            <p:cNvPr descr="3a9acf70-70ea-46e5-89fe-cc1ca133953b" id="5" name="连接符: 肘形 4">
              <a:extLst>
                <a:ext uri="{FF2B5EF4-FFF2-40B4-BE49-F238E27FC236}">
                  <a16:creationId id="{43942235-1A10-BF27-0164-E47671C05F7F}"/>
                </a:ext>
              </a:extLst>
            </p:cNvPr>
            <p:cNvCxnSpPr>
              <a:cxnSpLocks/>
              <a:stCxn id="44" idx="1"/>
              <a:endCxn id="4" idx="3"/>
            </p:cNvCxnSpPr>
            <p:nvPr/>
          </p:nvCxnSpPr>
          <p:spPr>
            <a:xfrm flipH="false" flipV="true" rot="10800000">
              <a:off x="3268980" y="1465736"/>
              <a:ext cx="398280" cy="2166464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ee8dbd1-c960-4db6-bbc5-0d7b53b20653" id="6" name="连接符: 肘形 5">
              <a:extLst>
                <a:ext uri="{FF2B5EF4-FFF2-40B4-BE49-F238E27FC236}">
                  <a16:creationId id="{F4F91ABC-0E6D-2DA2-8493-8A9022FB6A5B}"/>
                </a:ext>
              </a:extLst>
            </p:cNvPr>
            <p:cNvCxnSpPr>
              <a:cxnSpLocks/>
              <a:stCxn id="41" idx="1"/>
              <a:endCxn id="4" idx="3"/>
            </p:cNvCxnSpPr>
            <p:nvPr/>
          </p:nvCxnSpPr>
          <p:spPr>
            <a:xfrm flipH="false" flipV="true" rot="10800000">
              <a:off x="3268980" y="2187890"/>
              <a:ext cx="398280" cy="1444309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ab12fcc3-a859-4559-a9e3-ded508120860" id="7" name="连接符: 肘形 6">
              <a:extLst>
                <a:ext uri="{FF2B5EF4-FFF2-40B4-BE49-F238E27FC236}">
                  <a16:creationId id="{F217D6C0-CF98-7D5C-7932-3224C6626CA0}"/>
                </a:ext>
              </a:extLst>
            </p:cNvPr>
            <p:cNvCxnSpPr>
              <a:cxnSpLocks/>
              <a:stCxn id="38" idx="1"/>
              <a:endCxn id="4" idx="3"/>
            </p:cNvCxnSpPr>
            <p:nvPr/>
          </p:nvCxnSpPr>
          <p:spPr>
            <a:xfrm flipH="false" flipV="true" rot="10800000">
              <a:off x="3268980" y="2910046"/>
              <a:ext cx="398280" cy="722154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e11b843-7b3b-44fb-9df3-c93cc8de19ba" id="8" name="连接符: 肘形 7">
              <a:extLst>
                <a:ext uri="{FF2B5EF4-FFF2-40B4-BE49-F238E27FC236}">
                  <a16:creationId id="{12E5E12F-1281-888A-4826-A9756A88E46D}"/>
                </a:ext>
              </a:extLst>
            </p:cNvPr>
            <p:cNvCxnSpPr>
              <a:cxnSpLocks/>
              <a:stCxn id="35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1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3763dd6c-8b41-42a3-90e3-b43ddbeaac0e" id="9" name="连接符: 肘形 8">
              <a:extLst>
                <a:ext uri="{FF2B5EF4-FFF2-40B4-BE49-F238E27FC236}">
                  <a16:creationId id="{50717FEB-79BB-200C-0E8D-A8C24F5801AA}"/>
                </a:ext>
              </a:extLst>
            </p:cNvPr>
            <p:cNvCxnSpPr>
              <a:cxnSpLocks/>
              <a:stCxn id="32" idx="1"/>
              <a:endCxn id="4" idx="3"/>
            </p:cNvCxnSpPr>
            <p:nvPr/>
          </p:nvCxnSpPr>
          <p:spPr>
            <a:xfrm flipH="false" flipV="false" rot="10800000">
              <a:off x="3268980" y="3632200"/>
              <a:ext cx="398280" cy="722156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99c3d5d-7c26-420a-9c12-6461007eb025" id="10" name="连接符: 肘形 9">
              <a:extLst>
                <a:ext uri="{FF2B5EF4-FFF2-40B4-BE49-F238E27FC236}">
                  <a16:creationId id="{D6EE0B21-9803-69DA-D718-02C2614B5D08}"/>
                </a:ext>
              </a:extLst>
            </p:cNvPr>
            <p:cNvCxnSpPr>
              <a:cxnSpLocks/>
              <a:stCxn id="29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1444311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0219df1-fffd-426e-a613-87ba9926c45c" id="11" name="连接符: 肘形 10">
              <a:extLst>
                <a:ext uri="{FF2B5EF4-FFF2-40B4-BE49-F238E27FC236}">
                  <a16:creationId id="{84291910-990C-BDC1-B88D-AD16E4EA31D6}"/>
                </a:ext>
              </a:extLst>
            </p:cNvPr>
            <p:cNvCxnSpPr>
              <a:cxnSpLocks/>
              <a:stCxn id="26" idx="1"/>
              <a:endCxn id="4" idx="3"/>
            </p:cNvCxnSpPr>
            <p:nvPr/>
          </p:nvCxnSpPr>
          <p:spPr>
            <a:xfrm flipH="false" flipV="false" rot="10800000">
              <a:off x="3268980" y="3632201"/>
              <a:ext cx="398280" cy="2166465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de117fa3-5ebd-4487-b119-7e911215b2b3" id="13" name="组合 12">
              <a:extLst>
                <a:ext uri="{FF2B5EF4-FFF2-40B4-BE49-F238E27FC236}">
                  <a16:creationId id="{0473C5A1-9E5C-DDD2-96B0-ECEAD483E565}"/>
                </a:ext>
              </a:extLst>
            </p:cNvPr>
            <p:cNvGrpSpPr/>
            <p:nvPr/>
          </p:nvGrpSpPr>
          <p:grpSpPr>
            <a:xfrm>
              <a:off x="3667260" y="1130300"/>
              <a:ext cx="7851648" cy="670871"/>
              <a:chOff x="3816239" y="1130301"/>
              <a:chExt cx="6497121" cy="555136"/>
            </a:xfrm>
          </p:grpSpPr>
          <p:sp>
            <p:nvSpPr>
              <p:cNvPr descr="49aab65c-01c0-4a9f-90f2-27923927bf5e" id="42" name="Bullet1">
                <a:extLst>
                  <a:ext uri="{FF2B5EF4-FFF2-40B4-BE49-F238E27FC236}">
                    <a16:creationId id="{2806F819-D6C9-2CD7-CED7-6D8E4C9F694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1130301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Prefabricated Housing</a:t>
                </a:r>
              </a:p>
            </p:txBody>
          </p:sp>
          <p:sp>
            <p:nvSpPr>
              <p:cNvPr descr="b6d49b95-51f7-4d43-bf80-359ab9c22605" id="43" name="Text1">
                <a:extLst>
                  <a:ext uri="{FF2B5EF4-FFF2-40B4-BE49-F238E27FC236}">
                    <a16:creationId id="{5571C8A8-2156-2C7D-0FE9-89A6568ACE42}"/>
                  </a:ext>
                </a:extLst>
              </p:cNvPr>
              <p:cNvSpPr/>
              <p:nvPr/>
            </p:nvSpPr>
            <p:spPr>
              <a:xfrm flipH="false" flipV="false">
                <a:off x="7090353" y="1130301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Rapid construction for wartime needs</a:t>
                </a:r>
              </a:p>
            </p:txBody>
          </p:sp>
          <p:sp>
            <p:nvSpPr>
              <p:cNvPr descr="ce706980-3543-490c-a7ba-a46edffb48ba" id="44" name="Number1">
                <a:extLst>
                  <a:ext uri="{FF2B5EF4-FFF2-40B4-BE49-F238E27FC236}">
                    <a16:creationId id="{1812571F-9D10-CFD2-ED53-1FD9516AA72D}"/>
                  </a:ext>
                </a:extLst>
              </p:cNvPr>
              <p:cNvSpPr/>
              <p:nvPr/>
            </p:nvSpPr>
            <p:spPr>
              <a:xfrm flipH="false" flipV="false">
                <a:off x="3816239" y="1130301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06827470-40a9-4dec-81af-0c617146d936" id="14" name="组合 13">
              <a:extLst>
                <a:ext uri="{FF2B5EF4-FFF2-40B4-BE49-F238E27FC236}">
                  <a16:creationId id="{073791FA-F0D2-FA51-25E2-9B004F0DA048}"/>
                </a:ext>
              </a:extLst>
            </p:cNvPr>
            <p:cNvGrpSpPr/>
            <p:nvPr/>
          </p:nvGrpSpPr>
          <p:grpSpPr>
            <a:xfrm>
              <a:off x="3667260" y="1852455"/>
              <a:ext cx="7851648" cy="670871"/>
              <a:chOff x="3816239" y="1765824"/>
              <a:chExt cx="6497121" cy="555136"/>
            </a:xfrm>
          </p:grpSpPr>
          <p:sp>
            <p:nvSpPr>
              <p:cNvPr descr="7d8b6d19-9f14-4b9a-a6ee-01399c854e2f" id="39" name="Bullet2">
                <a:extLst>
                  <a:ext uri="{FF2B5EF4-FFF2-40B4-BE49-F238E27FC236}">
                    <a16:creationId id="{EA6E9C2C-FF29-099C-23E8-F19C0B410D1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1765824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Military Bases</a:t>
                </a:r>
              </a:p>
            </p:txBody>
          </p:sp>
          <p:sp>
            <p:nvSpPr>
              <p:cNvPr descr="91753945-2bb8-45fa-bcdf-3b1b9da5e2d6" id="40" name="Text2">
                <a:extLst>
                  <a:ext uri="{FF2B5EF4-FFF2-40B4-BE49-F238E27FC236}">
                    <a16:creationId id="{745BF5C0-A636-BA86-809D-4D4378CFEF66}"/>
                  </a:ext>
                </a:extLst>
              </p:cNvPr>
              <p:cNvSpPr/>
              <p:nvPr/>
            </p:nvSpPr>
            <p:spPr>
              <a:xfrm flipH="false" flipV="false">
                <a:off x="7090353" y="1765824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Efficient designs for strategic operations</a:t>
                </a:r>
              </a:p>
            </p:txBody>
          </p:sp>
          <p:sp>
            <p:nvSpPr>
              <p:cNvPr descr="45a4870e-c05b-4cee-98da-90eb7b837a37" id="41" name="Number2">
                <a:extLst>
                  <a:ext uri="{FF2B5EF4-FFF2-40B4-BE49-F238E27FC236}">
                    <a16:creationId id="{262A1CCE-3DFA-0C77-3B2A-5AE3C7C04DDB}"/>
                  </a:ext>
                </a:extLst>
              </p:cNvPr>
              <p:cNvSpPr/>
              <p:nvPr/>
            </p:nvSpPr>
            <p:spPr>
              <a:xfrm flipH="false" flipV="false">
                <a:off x="3816239" y="1765824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11ea5cbe-c7e5-460c-b6bd-64f4c593bf81" id="15" name="组合 14">
              <a:extLst>
                <a:ext uri="{FF2B5EF4-FFF2-40B4-BE49-F238E27FC236}">
                  <a16:creationId id="{270B61C2-E920-D37C-41F6-7B3CE52F1075}"/>
                </a:ext>
              </a:extLst>
            </p:cNvPr>
            <p:cNvGrpSpPr/>
            <p:nvPr/>
          </p:nvGrpSpPr>
          <p:grpSpPr>
            <a:xfrm>
              <a:off x="3667260" y="2574610"/>
              <a:ext cx="7851648" cy="670871"/>
              <a:chOff x="3816239" y="2401347"/>
              <a:chExt cx="6497121" cy="555136"/>
            </a:xfrm>
          </p:grpSpPr>
          <p:sp>
            <p:nvSpPr>
              <p:cNvPr descr="48c09521-91fc-464f-a756-69bfa409ae2c" id="36" name="Bullet3">
                <a:extLst>
                  <a:ext uri="{FF2B5EF4-FFF2-40B4-BE49-F238E27FC236}">
                    <a16:creationId id="{30D6F692-AD88-1DB3-8C51-C9E36810799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2401347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Air Raid Shelters</a:t>
                </a:r>
              </a:p>
            </p:txBody>
          </p:sp>
          <p:sp>
            <p:nvSpPr>
              <p:cNvPr descr="e83f8437-bcb0-4fb3-825f-76475cbf1b43" id="37" name="Text3">
                <a:extLst>
                  <a:ext uri="{FF2B5EF4-FFF2-40B4-BE49-F238E27FC236}">
                    <a16:creationId id="{C5973937-2D5A-8C79-C287-5CF15DCB4D56}"/>
                  </a:ext>
                </a:extLst>
              </p:cNvPr>
              <p:cNvSpPr/>
              <p:nvPr/>
            </p:nvSpPr>
            <p:spPr>
              <a:xfrm flipH="false" flipV="false">
                <a:off x="7090353" y="2401347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Safety structures for urban protection</a:t>
                </a:r>
              </a:p>
            </p:txBody>
          </p:sp>
          <p:sp>
            <p:nvSpPr>
              <p:cNvPr descr="209f0840-2fe4-4a2e-b0d5-a19993e53b02" id="38" name="Number3">
                <a:extLst>
                  <a:ext uri="{FF2B5EF4-FFF2-40B4-BE49-F238E27FC236}">
                    <a16:creationId id="{F968F3C3-0C69-597C-37C1-3E61086FA7D5}"/>
                  </a:ext>
                </a:extLst>
              </p:cNvPr>
              <p:cNvSpPr/>
              <p:nvPr/>
            </p:nvSpPr>
            <p:spPr>
              <a:xfrm flipH="false" flipV="false">
                <a:off x="3816239" y="2401347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8c90516f-2b6f-4f62-89dd-68f7eb288aa6" id="16" name="组合 15">
              <a:extLst>
                <a:ext uri="{FF2B5EF4-FFF2-40B4-BE49-F238E27FC236}">
                  <a16:creationId id="{3555A5E4-17BF-7213-7C70-A0A620E46064}"/>
                </a:ext>
              </a:extLst>
            </p:cNvPr>
            <p:cNvGrpSpPr/>
            <p:nvPr/>
          </p:nvGrpSpPr>
          <p:grpSpPr>
            <a:xfrm>
              <a:off x="3667260" y="3296765"/>
              <a:ext cx="7851648" cy="670871"/>
              <a:chOff x="3816239" y="3036870"/>
              <a:chExt cx="6497121" cy="555136"/>
            </a:xfrm>
          </p:grpSpPr>
          <p:sp>
            <p:nvSpPr>
              <p:cNvPr descr="e6f16b7e-f085-4e4d-b8b9-53172f8fe509" id="33" name="Bullet4">
                <a:extLst>
                  <a:ext uri="{FF2B5EF4-FFF2-40B4-BE49-F238E27FC236}">
                    <a16:creationId id="{145D53E5-6EE1-8D8C-7438-717E65BB363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3036870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Resource Efficiency</a:t>
                </a:r>
              </a:p>
            </p:txBody>
          </p:sp>
          <p:sp>
            <p:nvSpPr>
              <p:cNvPr descr="dbee4494-ff79-4db2-aadd-f22efee6fd5b" id="34" name="Text4">
                <a:extLst>
                  <a:ext uri="{FF2B5EF4-FFF2-40B4-BE49-F238E27FC236}">
                    <a16:creationId id="{EC36C3EF-0147-E1B3-8B20-4D95611B0883}"/>
                  </a:ext>
                </a:extLst>
              </p:cNvPr>
              <p:cNvSpPr/>
              <p:nvPr/>
            </p:nvSpPr>
            <p:spPr>
              <a:xfrm flipH="false" flipV="false">
                <a:off x="7090353" y="3036870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Maximizing materials in wartime scarcity</a:t>
                </a:r>
              </a:p>
            </p:txBody>
          </p:sp>
          <p:sp>
            <p:nvSpPr>
              <p:cNvPr descr="c1b2437a-9fa3-45d4-9e89-6e6c5497922a" id="35" name="Number4">
                <a:extLst>
                  <a:ext uri="{FF2B5EF4-FFF2-40B4-BE49-F238E27FC236}">
                    <a16:creationId id="{2FEA3F1E-02A7-23FA-7242-BA04D08135B7}"/>
                  </a:ext>
                </a:extLst>
              </p:cNvPr>
              <p:cNvSpPr/>
              <p:nvPr/>
            </p:nvSpPr>
            <p:spPr>
              <a:xfrm flipH="false" flipV="false">
                <a:off x="3816239" y="3036870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25b9d009-2916-481e-bbbb-281c03b2b0ab" id="17" name="组合 16">
              <a:extLst>
                <a:ext uri="{FF2B5EF4-FFF2-40B4-BE49-F238E27FC236}">
                  <a16:creationId id="{B81B3132-21EC-BBB3-5C8F-4E34917C0061}"/>
                </a:ext>
              </a:extLst>
            </p:cNvPr>
            <p:cNvGrpSpPr/>
            <p:nvPr/>
          </p:nvGrpSpPr>
          <p:grpSpPr>
            <a:xfrm>
              <a:off x="3667260" y="4018920"/>
              <a:ext cx="7851648" cy="670871"/>
              <a:chOff x="3816239" y="3672393"/>
              <a:chExt cx="6497121" cy="555136"/>
            </a:xfrm>
          </p:grpSpPr>
          <p:sp>
            <p:nvSpPr>
              <p:cNvPr descr="f643c416-7c22-42e1-89fa-dd7d4c4d6800" id="30" name="Bullet5">
                <a:extLst>
                  <a:ext uri="{FF2B5EF4-FFF2-40B4-BE49-F238E27FC236}">
                    <a16:creationId id="{5D5664A1-4181-A79B-53D3-92176500B1C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3672393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Temporary Structures</a:t>
                </a:r>
              </a:p>
            </p:txBody>
          </p:sp>
          <p:sp>
            <p:nvSpPr>
              <p:cNvPr descr="d7838857-0d6c-4354-9d12-20bab19751e5" id="31" name="Text5">
                <a:extLst>
                  <a:ext uri="{FF2B5EF4-FFF2-40B4-BE49-F238E27FC236}">
                    <a16:creationId id="{600F671F-4A58-55DA-C434-7D3B2A9EF7E1}"/>
                  </a:ext>
                </a:extLst>
              </p:cNvPr>
              <p:cNvSpPr/>
              <p:nvPr/>
            </p:nvSpPr>
            <p:spPr>
              <a:xfrm flipH="false" flipV="false">
                <a:off x="7090353" y="3672393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Quick assembly for flexible use</a:t>
                </a:r>
              </a:p>
            </p:txBody>
          </p:sp>
          <p:sp>
            <p:nvSpPr>
              <p:cNvPr descr="5206d4bf-0c76-47d8-b66a-75ff1b7822a0" id="32" name="Number5">
                <a:extLst>
                  <a:ext uri="{FF2B5EF4-FFF2-40B4-BE49-F238E27FC236}">
                    <a16:creationId id="{5E8738E6-F3BC-28FE-E726-E6ACD3C3E9E7}"/>
                  </a:ext>
                </a:extLst>
              </p:cNvPr>
              <p:cNvSpPr/>
              <p:nvPr/>
            </p:nvSpPr>
            <p:spPr>
              <a:xfrm flipH="false" flipV="false">
                <a:off x="3816239" y="3672393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8ea4abe9-938c-46a7-acac-9a62d5ab94c7" id="18" name="组合 17">
              <a:extLst>
                <a:ext uri="{FF2B5EF4-FFF2-40B4-BE49-F238E27FC236}">
                  <a16:creationId id="{59A26186-7377-B4C0-801B-7FC47508CFC3}"/>
                </a:ext>
              </a:extLst>
            </p:cNvPr>
            <p:cNvGrpSpPr/>
            <p:nvPr/>
          </p:nvGrpSpPr>
          <p:grpSpPr>
            <a:xfrm>
              <a:off x="3667260" y="4741075"/>
              <a:ext cx="7851648" cy="670871"/>
              <a:chOff x="3816239" y="4307916"/>
              <a:chExt cx="6497121" cy="555136"/>
            </a:xfrm>
          </p:grpSpPr>
          <p:sp>
            <p:nvSpPr>
              <p:cNvPr descr="95b1c123-026c-490e-85cc-2816b3bacde1" id="27" name="Bullet6">
                <a:extLst>
                  <a:ext uri="{FF2B5EF4-FFF2-40B4-BE49-F238E27FC236}">
                    <a16:creationId id="{09AEF5DD-B78B-DA74-D733-A57CA1EA735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4307916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Camouflage Architecture</a:t>
                </a:r>
              </a:p>
            </p:txBody>
          </p:sp>
          <p:sp>
            <p:nvSpPr>
              <p:cNvPr descr="5518b532-6f9e-4d00-9381-cc80bb1e3cf0" id="28" name="Text6">
                <a:extLst>
                  <a:ext uri="{FF2B5EF4-FFF2-40B4-BE49-F238E27FC236}">
                    <a16:creationId id="{54E61A6D-EA4D-0864-8E5F-5AADC36948C3}"/>
                  </a:ext>
                </a:extLst>
              </p:cNvPr>
              <p:cNvSpPr/>
              <p:nvPr/>
            </p:nvSpPr>
            <p:spPr>
              <a:xfrm flipH="false" flipV="false">
                <a:off x="7090353" y="4307916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Concealing buildings for military defense</a:t>
                </a:r>
              </a:p>
            </p:txBody>
          </p:sp>
          <p:sp>
            <p:nvSpPr>
              <p:cNvPr descr="0b2c62bf-ebee-40de-b06a-ae4ae9de29f7" id="29" name="Number6">
                <a:extLst>
                  <a:ext uri="{FF2B5EF4-FFF2-40B4-BE49-F238E27FC236}">
                    <a16:creationId id="{28541711-46A6-6EA5-2F8E-77E102313C18}"/>
                  </a:ext>
                </a:extLst>
              </p:cNvPr>
              <p:cNvSpPr/>
              <p:nvPr/>
            </p:nvSpPr>
            <p:spPr>
              <a:xfrm flipH="false" flipV="false">
                <a:off x="3816239" y="4307916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6</a:t>
                </a:r>
              </a:p>
            </p:txBody>
          </p:sp>
        </p:grpSp>
        <p:grpSp>
          <p:nvGrpSpPr>
            <p:cNvPr descr="9eb4820d-086a-4c12-96d0-745e7f146fee" id="19" name="组合 18">
              <a:extLst>
                <a:ext uri="{FF2B5EF4-FFF2-40B4-BE49-F238E27FC236}">
                  <a16:creationId id="{239E7E9D-9285-4495-0128-32CB2F7A58AD}"/>
                </a:ext>
              </a:extLst>
            </p:cNvPr>
            <p:cNvGrpSpPr/>
            <p:nvPr/>
          </p:nvGrpSpPr>
          <p:grpSpPr>
            <a:xfrm>
              <a:off x="3667260" y="5463229"/>
              <a:ext cx="7851648" cy="670871"/>
              <a:chOff x="3816239" y="4943439"/>
              <a:chExt cx="6497121" cy="555136"/>
            </a:xfrm>
          </p:grpSpPr>
          <p:sp>
            <p:nvSpPr>
              <p:cNvPr descr="81520cb3-6e39-4086-bfb1-a745b55869ec" id="24" name="Bullet7">
                <a:extLst>
                  <a:ext uri="{FF2B5EF4-FFF2-40B4-BE49-F238E27FC236}">
                    <a16:creationId id="{A143AD3C-BBD9-0456-6E16-CA56418DD7B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71376" y="4943439"/>
                <a:ext cx="2718978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Underground Facilities</a:t>
                </a:r>
              </a:p>
            </p:txBody>
          </p:sp>
          <p:sp>
            <p:nvSpPr>
              <p:cNvPr descr="d85a62ff-5798-473f-bf08-a5125acf9dbd" id="25" name="Text7">
                <a:extLst>
                  <a:ext uri="{FF2B5EF4-FFF2-40B4-BE49-F238E27FC236}">
                    <a16:creationId id="{0948FFE4-D01A-822B-37C8-0AC2F7F3B171}"/>
                  </a:ext>
                </a:extLst>
              </p:cNvPr>
              <p:cNvSpPr/>
              <p:nvPr/>
            </p:nvSpPr>
            <p:spPr>
              <a:xfrm flipH="false" flipV="false">
                <a:off x="7090353" y="4943439"/>
                <a:ext cx="3223007" cy="5551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Secure spaces for command and storage</a:t>
                </a:r>
              </a:p>
            </p:txBody>
          </p:sp>
          <p:sp>
            <p:nvSpPr>
              <p:cNvPr descr="018d1131-ce10-42c3-b11f-dab7d58db1bf" id="26" name="Number7">
                <a:extLst>
                  <a:ext uri="{FF2B5EF4-FFF2-40B4-BE49-F238E27FC236}">
                    <a16:creationId id="{3AA35FAD-A8F8-6930-826F-2CC61FCB908F}"/>
                  </a:ext>
                </a:extLst>
              </p:cNvPr>
              <p:cNvSpPr/>
              <p:nvPr/>
            </p:nvSpPr>
            <p:spPr>
              <a:xfrm flipH="false" flipV="false">
                <a:off x="3816239" y="4943439"/>
                <a:ext cx="555136" cy="555136"/>
              </a:xfrm>
              <a:prstGeom prst="rect">
                <a:avLst/>
              </a:prstGeom>
              <a:solidFill>
                <a:schemeClr val="bg1"/>
              </a:solidFill>
              <a:ln cap="sq" w="6350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7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Wartime Innovations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d7fe80a-d3c0-4f90-8fd3-6f3610870e11" id="50" name="6d649ebf-74bc-446c-add3-cfd664cd660c.source.5.zh-Hans.pptx">
            <a:extLst>
              <a:ext uri="{FF2B5EF4-FFF2-40B4-BE49-F238E27FC236}">
                <a16:creationId id="{496284C5-9049-A9D1-8105-D97C867A2E7A}"/>
              </a:ext>
            </a:extLst>
          </p:cNvPr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descr="aa6ce5fb-21e2-4a7e-aa44-1ed2fcafc31f" id="13" name="PictureMisc1">
              <a:extLst>
                <a:ext uri="{FF2B5EF4-FFF2-40B4-BE49-F238E27FC236}">
                  <a16:creationId id="{D80852F5-4590-DFE2-0893-EC98FDB510F2}"/>
                </a:ext>
              </a:extLst>
            </p:cNvPr>
            <p:cNvSpPr/>
            <p:nvPr/>
          </p:nvSpPr>
          <p:spPr>
            <a:xfrm flipH="false" flipV="false">
              <a:off x="1" y="4454604"/>
              <a:ext cx="12191999" cy="2403396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184535" l="0" r="0" t="-534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c7f043c2-c98b-4e97-9bf2-60f4a7b4ee69" id="14" name="c">
              <a:extLst>
                <a:ext uri="{FF2B5EF4-FFF2-40B4-BE49-F238E27FC236}">
                  <a16:creationId id="{52A49B3F-E524-354D-7F22-84F151D900CF}"/>
                </a:ext>
              </a:extLst>
            </p:cNvPr>
            <p:cNvSpPr/>
            <p:nvPr/>
          </p:nvSpPr>
          <p:spPr>
            <a:xfrm flipH="false" flipV="false">
              <a:off x="598591" y="1824048"/>
              <a:ext cx="10994819" cy="4310052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cxnSp>
          <p:nvCxnSpPr>
            <p:cNvPr descr="6aeadf92-db21-4171-905d-0c21c12d87ba" id="15" name="直接连接符 14">
              <a:extLst>
                <a:ext uri="{FF2B5EF4-FFF2-40B4-BE49-F238E27FC236}">
                  <a16:creationId id="{D5E7017A-61FA-DF7D-91E5-7AE76794A276}"/>
                </a:ext>
              </a:extLst>
            </p:cNvPr>
            <p:cNvCxnSpPr>
              <a:cxnSpLocks/>
              <a:stCxn id="29" idx="1"/>
              <a:endCxn id="32" idx="3"/>
            </p:cNvCxnSpPr>
            <p:nvPr/>
          </p:nvCxnSpPr>
          <p:spPr>
            <a:xfrm flipH="false" flipV="false">
              <a:off x="3379733" y="4176507"/>
              <a:ext cx="5306516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db641f3d-655e-4566-a22a-98766ffd2fb4" id="16" name="直接连接符 15">
              <a:extLst>
                <a:ext uri="{FF2B5EF4-FFF2-40B4-BE49-F238E27FC236}">
                  <a16:creationId id="{7BC52E70-3086-62D6-253C-AF2D861B7D5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false" flipV="false">
              <a:off x="2868646" y="2158127"/>
              <a:ext cx="693161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7661db39-60bf-4646-8df8-28e4a7d2d7e9" id="17" name="Title">
              <a:extLst>
                <a:ext uri="{FF2B5EF4-FFF2-40B4-BE49-F238E27FC236}">
                  <a16:creationId id="{2EA36312-6639-0664-B922-4806199C2406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Rebuilding and Reimagining</a:t>
              </a:r>
            </a:p>
          </p:txBody>
        </p:sp>
        <p:grpSp>
          <p:nvGrpSpPr>
            <p:cNvPr descr="d6b04e63-cdc4-485f-b781-a6de7bf41558" id="45" name="组合 44">
              <a:extLst>
                <a:ext uri="{FF2B5EF4-FFF2-40B4-BE49-F238E27FC236}">
                  <a16:creationId id="{97243A23-34C0-C0DB-ED3C-472FDFAE7594}"/>
                </a:ext>
              </a:extLst>
            </p:cNvPr>
            <p:cNvGrpSpPr/>
            <p:nvPr/>
          </p:nvGrpSpPr>
          <p:grpSpPr>
            <a:xfrm>
              <a:off x="666750" y="2008394"/>
              <a:ext cx="3513691" cy="1984962"/>
              <a:chOff x="666750" y="2008394"/>
              <a:chExt cx="3513691" cy="1984962"/>
            </a:xfrm>
          </p:grpSpPr>
          <p:sp>
            <p:nvSpPr>
              <p:cNvPr descr="63a985e9-225b-4530-ae46-40972af6aa8b" id="39" name="Bullet1">
                <a:extLst>
                  <a:ext uri="{FF2B5EF4-FFF2-40B4-BE49-F238E27FC236}">
                    <a16:creationId id="{E95CA7A1-9125-AD7D-4B78-63742D6BDBD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6750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Europe's Recovery</a:t>
                </a:r>
              </a:p>
            </p:txBody>
          </p:sp>
          <p:sp>
            <p:nvSpPr>
              <p:cNvPr descr="972b2600-40fd-4367-ad4a-dd34bca43e29" id="40" name="Text1">
                <a:extLst>
                  <a:ext uri="{FF2B5EF4-FFF2-40B4-BE49-F238E27FC236}">
                    <a16:creationId id="{F2FD5E30-2255-5E6C-9645-C840C27A0A7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6750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Reconstruction efforts post-WWII.</a:t>
                </a:r>
              </a:p>
            </p:txBody>
          </p:sp>
          <p:sp>
            <p:nvSpPr>
              <p:cNvPr descr="cb5a9482-dd7b-48c3-b267-d0acb23dd1ab" id="41" name="Number1">
                <a:extLst>
                  <a:ext uri="{FF2B5EF4-FFF2-40B4-BE49-F238E27FC236}">
                    <a16:creationId id="{D3AA65A5-4729-21F6-F81F-8A1162DABAC4}"/>
                  </a:ext>
                </a:extLst>
              </p:cNvPr>
              <p:cNvSpPr txBox="1"/>
              <p:nvPr/>
            </p:nvSpPr>
            <p:spPr>
              <a:xfrm flipH="false" flipV="false">
                <a:off x="1965844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a8ef9746-64a1-450c-a1d6-2071045d2e7e" id="46" name="组合 45">
              <a:extLst>
                <a:ext uri="{FF2B5EF4-FFF2-40B4-BE49-F238E27FC236}">
                  <a16:creationId id="{A95487B3-04BE-189D-49D3-1793B763E883}"/>
                </a:ext>
              </a:extLst>
            </p:cNvPr>
            <p:cNvGrpSpPr/>
            <p:nvPr/>
          </p:nvGrpSpPr>
          <p:grpSpPr>
            <a:xfrm>
              <a:off x="4335980" y="2008394"/>
              <a:ext cx="3513691" cy="1984962"/>
              <a:chOff x="4335980" y="2008394"/>
              <a:chExt cx="3513691" cy="1984962"/>
            </a:xfrm>
          </p:grpSpPr>
          <p:sp>
            <p:nvSpPr>
              <p:cNvPr descr="b4a03a2d-2661-476e-9f2e-ccba69d31cc2" id="36" name="Bullet2">
                <a:extLst>
                  <a:ext uri="{FF2B5EF4-FFF2-40B4-BE49-F238E27FC236}">
                    <a16:creationId id="{673A8015-3DE8-BD7C-B3F9-5ACF8C08A3E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335980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United States Urbanization</a:t>
                </a:r>
              </a:p>
            </p:txBody>
          </p:sp>
          <p:sp>
            <p:nvSpPr>
              <p:cNvPr descr="7d698d8d-a788-4c04-8bea-00a9de5dd8dd" id="37" name="Text2">
                <a:extLst>
                  <a:ext uri="{FF2B5EF4-FFF2-40B4-BE49-F238E27FC236}">
                    <a16:creationId id="{A775F7CE-979A-7F3B-F710-51FD54772A3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335980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Growth of suburban areas.</a:t>
                </a:r>
              </a:p>
            </p:txBody>
          </p:sp>
          <p:sp>
            <p:nvSpPr>
              <p:cNvPr descr="33303b4d-75b8-43fb-9107-811eb522960e" id="38" name="Number2">
                <a:extLst>
                  <a:ext uri="{FF2B5EF4-FFF2-40B4-BE49-F238E27FC236}">
                    <a16:creationId id="{C5925CBE-12B1-4810-CA91-AF26A77C2D5B}"/>
                  </a:ext>
                </a:extLst>
              </p:cNvPr>
              <p:cNvSpPr txBox="1"/>
              <p:nvPr/>
            </p:nvSpPr>
            <p:spPr>
              <a:xfrm flipH="false" flipV="false">
                <a:off x="5638248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c7974719-d37e-466b-8727-f1591792a42c" id="47" name="组合 46">
              <a:extLst>
                <a:ext uri="{FF2B5EF4-FFF2-40B4-BE49-F238E27FC236}">
                  <a16:creationId id="{D2B237F1-FE1A-D583-3DD3-A46E71E5B820}"/>
                </a:ext>
              </a:extLst>
            </p:cNvPr>
            <p:cNvGrpSpPr/>
            <p:nvPr/>
          </p:nvGrpSpPr>
          <p:grpSpPr>
            <a:xfrm>
              <a:off x="8005209" y="2008394"/>
              <a:ext cx="3513691" cy="1984962"/>
              <a:chOff x="8005209" y="2008394"/>
              <a:chExt cx="3513691" cy="1984962"/>
            </a:xfrm>
          </p:grpSpPr>
          <p:sp>
            <p:nvSpPr>
              <p:cNvPr descr="25b8f82b-dca0-4461-980e-c00d40026f51" id="33" name="Bullet3">
                <a:extLst>
                  <a:ext uri="{FF2B5EF4-FFF2-40B4-BE49-F238E27FC236}">
                    <a16:creationId id="{DC26826B-E497-3D54-39D5-78277ACC72F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005209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Modernist Planning</a:t>
                </a:r>
              </a:p>
            </p:txBody>
          </p:sp>
          <p:sp>
            <p:nvSpPr>
              <p:cNvPr descr="d5e650db-2fcc-4c79-b386-8b93282e4c92" id="34" name="Text3">
                <a:extLst>
                  <a:ext uri="{FF2B5EF4-FFF2-40B4-BE49-F238E27FC236}">
                    <a16:creationId id="{1F40E25E-768F-EE5F-38AE-C1C23BFC501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005209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Integrated city designs efficiently.</a:t>
                </a:r>
              </a:p>
            </p:txBody>
          </p:sp>
          <p:sp>
            <p:nvSpPr>
              <p:cNvPr descr="c0a49732-a4c3-4d1a-a2f1-796979f425d8" id="35" name="Number3">
                <a:extLst>
                  <a:ext uri="{FF2B5EF4-FFF2-40B4-BE49-F238E27FC236}">
                    <a16:creationId id="{278459C1-467B-83C8-8DBB-81F7C03E168D}"/>
                  </a:ext>
                </a:extLst>
              </p:cNvPr>
              <p:cNvSpPr txBox="1"/>
              <p:nvPr/>
            </p:nvSpPr>
            <p:spPr>
              <a:xfrm flipH="false" flipV="false">
                <a:off x="9310653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2a10a9d3-5c28-46d0-a330-e823e7a52646" id="48" name="组合 47">
              <a:extLst>
                <a:ext uri="{FF2B5EF4-FFF2-40B4-BE49-F238E27FC236}">
                  <a16:creationId id="{4FBF7FE8-77EB-058A-4B5E-B8E8B0652EAD}"/>
                </a:ext>
              </a:extLst>
            </p:cNvPr>
            <p:cNvGrpSpPr/>
            <p:nvPr/>
          </p:nvGrpSpPr>
          <p:grpSpPr>
            <a:xfrm>
              <a:off x="6756400" y="4026774"/>
              <a:ext cx="4762500" cy="1984962"/>
              <a:chOff x="6756400" y="4026774"/>
              <a:chExt cx="4762500" cy="1984962"/>
            </a:xfrm>
          </p:grpSpPr>
          <p:sp>
            <p:nvSpPr>
              <p:cNvPr descr="3cb080ea-7a29-4d7c-8e4c-06310220d618" id="30" name="Bullet4">
                <a:extLst>
                  <a:ext uri="{FF2B5EF4-FFF2-40B4-BE49-F238E27FC236}">
                    <a16:creationId id="{C5A0AC27-3B9B-F222-3732-D2FD4B79C7E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56400" y="4446509"/>
                <a:ext cx="4762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Social Housing Projects</a:t>
                </a:r>
              </a:p>
            </p:txBody>
          </p:sp>
          <p:sp>
            <p:nvSpPr>
              <p:cNvPr descr="e70569e8-ba8f-4b10-a5e3-b7809cbaa1af" id="31" name="Text4">
                <a:extLst>
                  <a:ext uri="{FF2B5EF4-FFF2-40B4-BE49-F238E27FC236}">
                    <a16:creationId id="{B483367F-2FDE-67EF-1358-03924F618C0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56400" y="5103032"/>
                <a:ext cx="4762500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Addressed housing shortages.</a:t>
                </a:r>
              </a:p>
            </p:txBody>
          </p:sp>
          <p:sp>
            <p:nvSpPr>
              <p:cNvPr descr="982ba4fa-0764-486a-a143-c10254addd2a" id="32" name="Number4">
                <a:extLst>
                  <a:ext uri="{FF2B5EF4-FFF2-40B4-BE49-F238E27FC236}">
                    <a16:creationId id="{C4CC405A-8B96-ED7E-8174-55C4503D0FE0}"/>
                  </a:ext>
                </a:extLst>
              </p:cNvPr>
              <p:cNvSpPr txBox="1"/>
              <p:nvPr/>
            </p:nvSpPr>
            <p:spPr>
              <a:xfrm flipH="true" flipV="false">
                <a:off x="8686249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6316730a-dabb-467d-b8a7-8b427d5ad165" id="49" name="组合 48">
              <a:extLst>
                <a:ext uri="{FF2B5EF4-FFF2-40B4-BE49-F238E27FC236}">
                  <a16:creationId id="{D0879E40-40E5-84C5-E224-4A161783763E}"/>
                </a:ext>
              </a:extLst>
            </p:cNvPr>
            <p:cNvGrpSpPr/>
            <p:nvPr/>
          </p:nvGrpSpPr>
          <p:grpSpPr>
            <a:xfrm>
              <a:off x="660400" y="4026774"/>
              <a:ext cx="4762500" cy="1984962"/>
              <a:chOff x="660400" y="4026774"/>
              <a:chExt cx="4762500" cy="1984962"/>
            </a:xfrm>
          </p:grpSpPr>
          <p:sp>
            <p:nvSpPr>
              <p:cNvPr descr="64fc552d-72b6-4746-960e-4d2903703d83" id="27" name="Bullet5">
                <a:extLst>
                  <a:ext uri="{FF2B5EF4-FFF2-40B4-BE49-F238E27FC236}">
                    <a16:creationId id="{EF5F8A23-E76D-A96D-F812-8BFE8F1552D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0" y="4446509"/>
                <a:ext cx="4762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International Collaboration</a:t>
                </a:r>
              </a:p>
            </p:txBody>
          </p:sp>
          <p:sp>
            <p:nvSpPr>
              <p:cNvPr descr="5b550606-85a4-45b4-9761-c55c6d207fd0" id="28" name="Text5">
                <a:extLst>
                  <a:ext uri="{FF2B5EF4-FFF2-40B4-BE49-F238E27FC236}">
                    <a16:creationId id="{9A2391C7-7B80-8B5D-434A-E9A96969ED8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0" y="5103032"/>
                <a:ext cx="4762500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000000"/>
                    </a:solidFill>
                    <a:latin typeface="Arial"/>
                  </a:rPr>
                  <a:t>Global architectural partnerships.</a:t>
                </a:r>
              </a:p>
            </p:txBody>
          </p:sp>
          <p:sp>
            <p:nvSpPr>
              <p:cNvPr descr="d413707b-19f7-439a-adef-0dfa5e0b9a10" id="29" name="Number5">
                <a:extLst>
                  <a:ext uri="{FF2B5EF4-FFF2-40B4-BE49-F238E27FC236}">
                    <a16:creationId id="{F5611463-BA56-FEDC-91F0-3B85FAE96974}"/>
                  </a:ext>
                </a:extLst>
              </p:cNvPr>
              <p:cNvSpPr txBox="1"/>
              <p:nvPr/>
            </p:nvSpPr>
            <p:spPr>
              <a:xfrm flipH="true" flipV="false">
                <a:off x="2590249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200" u="none">
                    <a:solidFill>
                      <a:srgbClr val="FDAC08"/>
                    </a:solidFill>
                    <a:latin typeface="Arial"/>
                  </a:rPr>
                  <a:t>5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Post-War Reconstruction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Post-War Modernism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Evolution and Diversification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f7e991d-c0da-4b58-b5fe-bb724fd2d8ed" id="13" name="c427ef89-6eb5-42b1-9dca-e3ceccd3de16.source.7.zh-Hans.pptx">
            <a:extLst>
              <a:ext uri="{FF2B5EF4-FFF2-40B4-BE49-F238E27FC236}">
                <a16:creationId id="{D88C23B8-2934-7526-3356-29A09686BE6D}"/>
              </a:ext>
            </a:extLst>
          </p:cNvPr>
          <p:cNvGrpSpPr/>
          <p:nvPr/>
        </p:nvGrpSpPr>
        <p:grpSpPr>
          <a:xfrm>
            <a:off x="0" y="1130297"/>
            <a:ext cx="12192000" cy="5727703"/>
            <a:chOff x="0" y="1130297"/>
            <a:chExt cx="12192000" cy="5727703"/>
          </a:xfrm>
        </p:grpSpPr>
        <p:sp>
          <p:nvSpPr>
            <p:cNvPr descr="3b0e2a65-41d4-4aca-8088-273cab7fb868" id="49" name="PictureMisc1">
              <a:extLst>
                <a:ext uri="{FF2B5EF4-FFF2-40B4-BE49-F238E27FC236}">
                  <a16:creationId id="{C460B2E0-CD76-9EC8-B2D9-EEB3D3DA0839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4400753"/>
              <a:ext cx="12192000" cy="2457247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50392" l="0" r="0" t="-13309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036f8a93-1831-4978-bfb1-f7ed637d04c0" id="2" name="c">
              <a:extLst>
                <a:ext uri="{FF2B5EF4-FFF2-40B4-BE49-F238E27FC236}">
                  <a16:creationId id="{F4C319D9-F549-9AAB-88CB-D1BA125A466D}"/>
                </a:ext>
              </a:extLst>
            </p:cNvPr>
            <p:cNvSpPr/>
            <p:nvPr/>
          </p:nvSpPr>
          <p:spPr>
            <a:xfrm flipH="false" flipV="false">
              <a:off x="666750" y="2019300"/>
              <a:ext cx="10858500" cy="4114800"/>
            </a:xfrm>
            <a:prstGeom prst="roundRect">
              <a:avLst>
                <a:gd fmla="val 1026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2">
                      <a:alpha val="50000"/>
                    </a:schemeClr>
                  </a:gs>
                  <a:gs pos="100000">
                    <a:schemeClr val="tx2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4a9ebd45-851c-49a5-b8ac-a5648878f32f" id="8" name="Title">
              <a:extLst>
                <a:ext uri="{FF2B5EF4-FFF2-40B4-BE49-F238E27FC236}">
                  <a16:creationId id="{589997B2-6017-2163-13F2-F3252162D432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297"/>
              <a:ext cx="10858500" cy="788611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4400" u="none">
                  <a:solidFill>
                    <a:srgbClr val="000000"/>
                  </a:solidFill>
                  <a:latin typeface="Arial"/>
                </a:rPr>
                <a:t>Visionary Housing Concepts</a:t>
              </a:r>
            </a:p>
          </p:txBody>
        </p:sp>
        <p:grpSp>
          <p:nvGrpSpPr>
            <p:cNvPr descr="9331de70-f686-478c-b7fc-ea1242034707" id="16" name="组合 15">
              <a:extLst>
                <a:ext uri="{FF2B5EF4-FFF2-40B4-BE49-F238E27FC236}">
                  <a16:creationId id="{6598D200-B675-A070-388B-822001AF70ED}"/>
                </a:ext>
              </a:extLst>
            </p:cNvPr>
            <p:cNvGrpSpPr/>
            <p:nvPr/>
          </p:nvGrpSpPr>
          <p:grpSpPr>
            <a:xfrm>
              <a:off x="1159425" y="2284799"/>
              <a:ext cx="4507949" cy="676800"/>
              <a:chOff x="1159425" y="2284799"/>
              <a:chExt cx="4507949" cy="676800"/>
            </a:xfrm>
          </p:grpSpPr>
          <p:cxnSp>
            <p:nvCxnSpPr>
              <p:cNvPr descr="c01cc37a-e996-4467-8a98-8a7afadde537" id="6" name="Line1">
                <a:extLst>
                  <a:ext uri="{FF2B5EF4-FFF2-40B4-BE49-F238E27FC236}">
                    <a16:creationId id="{46CC235D-61C1-4B09-7AC6-4985E0149528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295885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d9d29c52-35a1-46f4-a758-4d5b9bb81d00" id="7" name="Number1">
                <a:extLst>
                  <a:ext uri="{FF2B5EF4-FFF2-40B4-BE49-F238E27FC236}">
                    <a16:creationId id="{338E1C1D-ECF9-BC07-EA4E-5274ABC189D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2284799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c3270b4b-7fa0-4211-8c13-d0b5cc5e382c" id="9" name="Bullet1">
                <a:extLst>
                  <a:ext uri="{FF2B5EF4-FFF2-40B4-BE49-F238E27FC236}">
                    <a16:creationId id="{F0AF1392-B5E9-DAD8-0F26-952D9F33084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2284801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Marseille's Iconic Project</a:t>
                </a:r>
              </a:p>
            </p:txBody>
          </p:sp>
        </p:grpSp>
        <p:grpSp>
          <p:nvGrpSpPr>
            <p:cNvPr descr="ec42c4b2-47d1-4e02-805f-770894f6ffc4" id="17" name="组合 16">
              <a:extLst>
                <a:ext uri="{FF2B5EF4-FFF2-40B4-BE49-F238E27FC236}">
                  <a16:creationId id="{0D53928A-97BB-6150-C7FF-1A7C07502322}"/>
                </a:ext>
              </a:extLst>
            </p:cNvPr>
            <p:cNvGrpSpPr/>
            <p:nvPr/>
          </p:nvGrpSpPr>
          <p:grpSpPr>
            <a:xfrm>
              <a:off x="1159425" y="3252434"/>
              <a:ext cx="4507949" cy="676800"/>
              <a:chOff x="1159425" y="3252434"/>
              <a:chExt cx="4507949" cy="676800"/>
            </a:xfrm>
          </p:grpSpPr>
          <p:cxnSp>
            <p:nvCxnSpPr>
              <p:cNvPr descr="0b04620d-cc76-4d4d-9847-af54c7781bef" id="61" name="Line2">
                <a:extLst>
                  <a:ext uri="{FF2B5EF4-FFF2-40B4-BE49-F238E27FC236}">
                    <a16:creationId id="{8E148010-4B60-84A0-2885-5A03D59C2EFE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3926486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5f035d6e-da49-4dad-b145-c330921816e2" id="66" name="Number2">
                <a:extLst>
                  <a:ext uri="{FF2B5EF4-FFF2-40B4-BE49-F238E27FC236}">
                    <a16:creationId id="{73CEE08D-52A8-D62F-73EE-AFCBDD331A9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3252434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68eff7d7-b431-44fe-b634-901ebeef47dc" id="67" name="Bullet2">
                <a:extLst>
                  <a:ext uri="{FF2B5EF4-FFF2-40B4-BE49-F238E27FC236}">
                    <a16:creationId id="{A16A42F3-668C-5CD4-23BD-1DB3E3E756B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3252436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Modular Housing Units</a:t>
                </a:r>
              </a:p>
            </p:txBody>
          </p:sp>
        </p:grpSp>
        <p:grpSp>
          <p:nvGrpSpPr>
            <p:cNvPr descr="40f4c4af-4da7-40f2-8bb5-8b86a28a1ce8" id="18" name="组合 17">
              <a:extLst>
                <a:ext uri="{FF2B5EF4-FFF2-40B4-BE49-F238E27FC236}">
                  <a16:creationId id="{ECF75643-6D7A-360A-98CC-39DA586BA174}"/>
                </a:ext>
              </a:extLst>
            </p:cNvPr>
            <p:cNvGrpSpPr/>
            <p:nvPr/>
          </p:nvGrpSpPr>
          <p:grpSpPr>
            <a:xfrm>
              <a:off x="1159425" y="4220069"/>
              <a:ext cx="4507949" cy="676800"/>
              <a:chOff x="1159425" y="4220069"/>
              <a:chExt cx="4507949" cy="676800"/>
            </a:xfrm>
          </p:grpSpPr>
          <p:cxnSp>
            <p:nvCxnSpPr>
              <p:cNvPr descr="006bc3a6-22f8-4be7-9bf6-d82d7bdb4892" id="69" name="Line3">
                <a:extLst>
                  <a:ext uri="{FF2B5EF4-FFF2-40B4-BE49-F238E27FC236}">
                    <a16:creationId id="{B4AE1240-5065-096E-666A-DBC071826635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489412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ca90a569-4907-436f-a66c-355dec8974ee" id="70" name="Number3">
                <a:extLst>
                  <a:ext uri="{FF2B5EF4-FFF2-40B4-BE49-F238E27FC236}">
                    <a16:creationId id="{168CAA30-BF91-8E9E-8DE3-64FEB180F58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4220069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c91c64a9-1724-4f31-892e-3d8281b20dbe" id="71" name="Bullet3">
                <a:extLst>
                  <a:ext uri="{FF2B5EF4-FFF2-40B4-BE49-F238E27FC236}">
                    <a16:creationId id="{531B903D-C7E8-1F09-70D8-A730E14D4F3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4220071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Integration of Nature</a:t>
                </a:r>
              </a:p>
            </p:txBody>
          </p:sp>
        </p:grpSp>
        <p:grpSp>
          <p:nvGrpSpPr>
            <p:cNvPr descr="ebbefec8-547c-4f2d-aaf7-b58813d5a035" id="19" name="组合 18">
              <a:extLst>
                <a:ext uri="{FF2B5EF4-FFF2-40B4-BE49-F238E27FC236}">
                  <a16:creationId id="{B4A8A3F8-800E-047E-A563-AE364D316D70}"/>
                </a:ext>
              </a:extLst>
            </p:cNvPr>
            <p:cNvGrpSpPr/>
            <p:nvPr/>
          </p:nvGrpSpPr>
          <p:grpSpPr>
            <a:xfrm>
              <a:off x="1159425" y="5187705"/>
              <a:ext cx="4507949" cy="676800"/>
              <a:chOff x="1159425" y="5187705"/>
              <a:chExt cx="4507949" cy="676800"/>
            </a:xfrm>
          </p:grpSpPr>
          <p:cxnSp>
            <p:nvCxnSpPr>
              <p:cNvPr descr="5008db77-2a36-4bb2-b9a6-fa3953df99e0" id="73" name="Line4">
                <a:extLst>
                  <a:ext uri="{FF2B5EF4-FFF2-40B4-BE49-F238E27FC236}">
                    <a16:creationId id="{D6456894-3B95-104B-23E4-C408B403F99D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5861757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6f64a9f6-fba8-4dc3-9d89-048be5ef2c93" id="74" name="Number4">
                <a:extLst>
                  <a:ext uri="{FF2B5EF4-FFF2-40B4-BE49-F238E27FC236}">
                    <a16:creationId id="{826C06F9-A862-325A-3098-1F66803463D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5187705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e4fa33bb-15ca-49fa-bdc6-a605fb63e6c2" id="75" name="Bullet4">
                <a:extLst>
                  <a:ext uri="{FF2B5EF4-FFF2-40B4-BE49-F238E27FC236}">
                    <a16:creationId id="{CD55F9EC-D031-9171-3947-49D10E9611C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5187707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Community Spaces</a:t>
                </a:r>
              </a:p>
            </p:txBody>
          </p:sp>
        </p:grpSp>
        <p:grpSp>
          <p:nvGrpSpPr>
            <p:cNvPr descr="ce1076a3-fcfe-4103-bf53-003de4c5f08d" id="20" name="组合 19">
              <a:extLst>
                <a:ext uri="{FF2B5EF4-FFF2-40B4-BE49-F238E27FC236}">
                  <a16:creationId id="{9EFED517-99E5-AE11-0AA1-34941D55D278}"/>
                </a:ext>
              </a:extLst>
            </p:cNvPr>
            <p:cNvGrpSpPr/>
            <p:nvPr/>
          </p:nvGrpSpPr>
          <p:grpSpPr>
            <a:xfrm>
              <a:off x="6524626" y="2284800"/>
              <a:ext cx="4507949" cy="676800"/>
              <a:chOff x="6524626" y="2284800"/>
              <a:chExt cx="4507949" cy="676800"/>
            </a:xfrm>
          </p:grpSpPr>
          <p:cxnSp>
            <p:nvCxnSpPr>
              <p:cNvPr descr="2b312d69-c0a6-4b35-ac35-99e7822ed425" id="139" name="Line5">
                <a:extLst>
                  <a:ext uri="{FF2B5EF4-FFF2-40B4-BE49-F238E27FC236}">
                    <a16:creationId id="{AA3E51BD-BFCD-CFEA-6282-C23EDD75A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295885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0d3a27c3-d1d6-4f50-98d7-56863d269561" id="140" name="Number5">
                <a:extLst>
                  <a:ext uri="{FF2B5EF4-FFF2-40B4-BE49-F238E27FC236}">
                    <a16:creationId id="{67B7417F-4E37-1A49-2CDA-8CFC54A2B54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2284800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335354fd-1cb8-4fca-a55d-1dd370cc5bde" id="141" name="Bullet5">
                <a:extLst>
                  <a:ext uri="{FF2B5EF4-FFF2-40B4-BE49-F238E27FC236}">
                    <a16:creationId id="{2479DF93-1389-B531-0243-91D255257F1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2284802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Global Influence</a:t>
                </a:r>
              </a:p>
            </p:txBody>
          </p:sp>
        </p:grpSp>
        <p:grpSp>
          <p:nvGrpSpPr>
            <p:cNvPr descr="cd36e52e-158c-4b33-900d-ca32efe81fff" id="21" name="组合 20">
              <a:extLst>
                <a:ext uri="{FF2B5EF4-FFF2-40B4-BE49-F238E27FC236}">
                  <a16:creationId id="{A54A99AD-5B6B-8CEC-4DB0-561E75AC1BF7}"/>
                </a:ext>
              </a:extLst>
            </p:cNvPr>
            <p:cNvGrpSpPr/>
            <p:nvPr/>
          </p:nvGrpSpPr>
          <p:grpSpPr>
            <a:xfrm>
              <a:off x="6524626" y="3252435"/>
              <a:ext cx="4507949" cy="676800"/>
              <a:chOff x="6524626" y="3252435"/>
              <a:chExt cx="4507949" cy="676800"/>
            </a:xfrm>
          </p:grpSpPr>
          <p:cxnSp>
            <p:nvCxnSpPr>
              <p:cNvPr descr="e85f5e7b-54f7-422f-beea-3814a7cb5d8d" id="136" name="Line6">
                <a:extLst>
                  <a:ext uri="{FF2B5EF4-FFF2-40B4-BE49-F238E27FC236}">
                    <a16:creationId id="{81DD5910-FF78-8001-2EAC-6C82DFA44450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3926486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28cd9bc3-0637-4f0d-9f30-33ab072c6b73" id="137" name="Number6">
                <a:extLst>
                  <a:ext uri="{FF2B5EF4-FFF2-40B4-BE49-F238E27FC236}">
                    <a16:creationId id="{35965B9F-11E8-688B-8B10-6BD31913B67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3252435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bfd42ea8-afb8-419c-aba3-79a1eedf67da" id="138" name="Bullet6">
                <a:extLst>
                  <a:ext uri="{FF2B5EF4-FFF2-40B4-BE49-F238E27FC236}">
                    <a16:creationId id="{D28060D3-09DA-9E2F-5D22-7B8ED11F616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3252437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Architectural Innovation</a:t>
                </a:r>
              </a:p>
            </p:txBody>
          </p:sp>
        </p:grpSp>
        <p:grpSp>
          <p:nvGrpSpPr>
            <p:cNvPr descr="91f2873d-82fb-42c1-b6e0-a7932d7efc6c" id="22" name="组合 21">
              <a:extLst>
                <a:ext uri="{FF2B5EF4-FFF2-40B4-BE49-F238E27FC236}">
                  <a16:creationId id="{D8694973-AB1E-95C4-615F-B880DC446CC8}"/>
                </a:ext>
              </a:extLst>
            </p:cNvPr>
            <p:cNvGrpSpPr/>
            <p:nvPr/>
          </p:nvGrpSpPr>
          <p:grpSpPr>
            <a:xfrm>
              <a:off x="6524626" y="4220070"/>
              <a:ext cx="4507949" cy="676800"/>
              <a:chOff x="6524626" y="4220070"/>
              <a:chExt cx="4507949" cy="676800"/>
            </a:xfrm>
          </p:grpSpPr>
          <p:cxnSp>
            <p:nvCxnSpPr>
              <p:cNvPr descr="d596b032-63fc-45b5-9ae5-3f6a6091260f" id="133" name="Line7">
                <a:extLst>
                  <a:ext uri="{FF2B5EF4-FFF2-40B4-BE49-F238E27FC236}">
                    <a16:creationId id="{5276F45B-0AA3-F155-C1D9-FF5BF81E01F7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4894122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9555bcc2-b1ce-4712-b496-36a310a004d9" id="134" name="Number7">
                <a:extLst>
                  <a:ext uri="{FF2B5EF4-FFF2-40B4-BE49-F238E27FC236}">
                    <a16:creationId id="{880BB039-A77D-75EB-882D-F243FC6B26E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4220070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7</a:t>
                </a:r>
              </a:p>
            </p:txBody>
          </p:sp>
          <p:sp>
            <p:nvSpPr>
              <p:cNvPr descr="cff96866-9114-4d39-a549-ab656e156c07" id="135" name="Bullet7">
                <a:extLst>
                  <a:ext uri="{FF2B5EF4-FFF2-40B4-BE49-F238E27FC236}">
                    <a16:creationId id="{8B6201AD-B67E-B1C5-6568-234291F3FF5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4220072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Urban Planning Principles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Le Corbusier and the Cité Radieuse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454ae967-0d3e-472b-9906-162df08063b2" id="2" name="c588f954-97cc-49c4-bc0d-c07eea2214ba.source.5.zh-Hans.pptx">
            <a:extLst>
              <a:ext uri="{FF2B5EF4-FFF2-40B4-BE49-F238E27FC236}">
                <a16:creationId id="{7BF87B93-C0C6-4EF8-F102-3D76288C60E5}"/>
              </a:ext>
            </a:extLst>
          </p:cNvPr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descr="a367576f-f8c7-41a2-bb20-4aa9ac74a1f2" id="29" name="Title">
              <a:extLst>
                <a:ext uri="{FF2B5EF4-FFF2-40B4-BE49-F238E27FC236}">
                  <a16:creationId id="{EDDDBC83-E5A6-AB4E-10B3-5E3CD573A473}"/>
                </a:ext>
              </a:extLst>
            </p:cNvPr>
            <p:cNvSpPr txBox="1"/>
            <p:nvPr/>
          </p:nvSpPr>
          <p:spPr>
            <a:xfrm flipH="true" flipV="false">
              <a:off x="660400" y="1230848"/>
              <a:ext cx="3715657" cy="12497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5400" u="none">
                  <a:solidFill>
                    <a:srgbClr val="000000"/>
                  </a:solidFill>
                  <a:latin typeface="Arial"/>
                </a:rPr>
                <a:t>Rethinking Modernism</a:t>
              </a:r>
            </a:p>
          </p:txBody>
        </p:sp>
        <p:cxnSp>
          <p:nvCxnSpPr>
            <p:cNvPr descr="836c2c11-7f15-4799-ab1f-67c551fb2586" id="32" name="直接连接符 31">
              <a:extLst>
                <a:ext uri="{FF2B5EF4-FFF2-40B4-BE49-F238E27FC236}">
                  <a16:creationId id="{1AF2DCB6-0C99-6A78-E745-B429DF41B246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2042470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3a2b9149-81dc-4a49-863f-13d77191388e" id="36" name="直接连接符 35">
              <a:extLst>
                <a:ext uri="{FF2B5EF4-FFF2-40B4-BE49-F238E27FC236}">
                  <a16:creationId id="{14C6FECE-6D3F-0405-CFA0-A3454A4BD784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3065377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139b0ed7-0625-4751-8125-577cc020c577" id="40" name="直接连接符 39">
              <a:extLst>
                <a:ext uri="{FF2B5EF4-FFF2-40B4-BE49-F238E27FC236}">
                  <a16:creationId id="{DA98763A-465D-8FE5-A106-A4AFDCD927BD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4088286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0a958f6-d007-466f-9f41-817bde490e59" id="44" name="直接连接符 43">
              <a:extLst>
                <a:ext uri="{FF2B5EF4-FFF2-40B4-BE49-F238E27FC236}">
                  <a16:creationId id="{61111945-D2B3-C087-8C3B-8CD2CA0BB597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5111191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16f9368-e317-4717-82d4-6e5d9722812e" id="48" name="直接连接符 47">
              <a:extLst>
                <a:ext uri="{FF2B5EF4-FFF2-40B4-BE49-F238E27FC236}">
                  <a16:creationId id="{B1825445-F41C-D884-A8C1-D8644307126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6134099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425c10c6-48a0-4b7f-9c02-be4e8b5b02ef" id="54" name="S">
              <a:extLst>
                <a:ext uri="{FF2B5EF4-FFF2-40B4-BE49-F238E27FC236}">
                  <a16:creationId id="{C87D3F01-BC38-01A7-7449-E22CF273F28F}"/>
                </a:ext>
              </a:extLst>
            </p:cNvPr>
            <p:cNvSpPr/>
            <p:nvPr/>
          </p:nvSpPr>
          <p:spPr>
            <a:xfrm flipH="false" flipV="false">
              <a:off x="660400" y="4287198"/>
              <a:ext cx="45719" cy="18469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55050a44-f4e7-46b0-b0e4-f0f26be8c4dc" id="56" name="组合 55">
              <a:extLst>
                <a:ext uri="{FF2B5EF4-FFF2-40B4-BE49-F238E27FC236}">
                  <a16:creationId id="{AEE4EB41-4320-735D-B6FC-94B0A95186CA}"/>
                </a:ext>
              </a:extLst>
            </p:cNvPr>
            <p:cNvGrpSpPr/>
            <p:nvPr/>
          </p:nvGrpSpPr>
          <p:grpSpPr>
            <a:xfrm>
              <a:off x="4919723" y="1130299"/>
              <a:ext cx="6592259" cy="912171"/>
              <a:chOff x="4919723" y="1130299"/>
              <a:chExt cx="6592259" cy="912171"/>
            </a:xfrm>
          </p:grpSpPr>
          <p:sp>
            <p:nvSpPr>
              <p:cNvPr descr="1702a0d9-6651-4f71-a952-dab5af0a2157" id="31" name="Bullet1">
                <a:extLst>
                  <a:ext uri="{FF2B5EF4-FFF2-40B4-BE49-F238E27FC236}">
                    <a16:creationId id="{4C07F12D-D3F1-704D-4372-9CD8A48A1FBB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1130299"/>
                <a:ext cx="5792443" cy="912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Critique of CIAM</a:t>
                </a:r>
              </a:p>
            </p:txBody>
          </p:sp>
          <p:sp>
            <p:nvSpPr>
              <p:cNvPr descr="d4691f04-105e-472f-ad5d-bc7a8aba5f88" id="33" name="Number1">
                <a:extLst>
                  <a:ext uri="{FF2B5EF4-FFF2-40B4-BE49-F238E27FC236}">
                    <a16:creationId id="{24F25983-5D51-29FB-C05C-9A0F928EB263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1130299"/>
                <a:ext cx="602966" cy="912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5ff01e27-aaeb-4070-af52-463eebd18feb" id="57" name="组合 56">
              <a:extLst>
                <a:ext uri="{FF2B5EF4-FFF2-40B4-BE49-F238E27FC236}">
                  <a16:creationId id="{79D7D479-9CFC-0046-C51A-DDB4C27E426C}"/>
                </a:ext>
              </a:extLst>
            </p:cNvPr>
            <p:cNvGrpSpPr/>
            <p:nvPr/>
          </p:nvGrpSpPr>
          <p:grpSpPr>
            <a:xfrm>
              <a:off x="4919723" y="2151897"/>
              <a:ext cx="6592259" cy="913480"/>
              <a:chOff x="4919723" y="2151897"/>
              <a:chExt cx="6592259" cy="913480"/>
            </a:xfrm>
          </p:grpSpPr>
          <p:sp>
            <p:nvSpPr>
              <p:cNvPr descr="b5e2c813-db5c-4c51-b8f1-8453878b53c0" id="35" name="Bullet2">
                <a:extLst>
                  <a:ext uri="{FF2B5EF4-FFF2-40B4-BE49-F238E27FC236}">
                    <a16:creationId id="{8965EB03-86DF-577D-FC31-DECA2F52C1B0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2151897"/>
                <a:ext cx="5792443" cy="912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Human Scale Architecture</a:t>
                </a:r>
              </a:p>
            </p:txBody>
          </p:sp>
          <p:sp>
            <p:nvSpPr>
              <p:cNvPr descr="e666bdd0-b00a-4cc7-9dc0-7b8a29bab2ae" id="37" name="Number2">
                <a:extLst>
                  <a:ext uri="{FF2B5EF4-FFF2-40B4-BE49-F238E27FC236}">
                    <a16:creationId id="{2B393D6A-A2F1-97C5-C9A0-82728CBE0B52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2153206"/>
                <a:ext cx="602966" cy="912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b1ab6a03-998d-486d-9132-ff6a52d4bc4d" id="58" name="组合 57">
              <a:extLst>
                <a:ext uri="{FF2B5EF4-FFF2-40B4-BE49-F238E27FC236}">
                  <a16:creationId id="{8C35733B-B222-4819-F31A-06111C29E51A}"/>
                </a:ext>
              </a:extLst>
            </p:cNvPr>
            <p:cNvGrpSpPr/>
            <p:nvPr/>
          </p:nvGrpSpPr>
          <p:grpSpPr>
            <a:xfrm>
              <a:off x="4919723" y="3173497"/>
              <a:ext cx="6592259" cy="914789"/>
              <a:chOff x="4919723" y="3173497"/>
              <a:chExt cx="6592259" cy="914789"/>
            </a:xfrm>
          </p:grpSpPr>
          <p:sp>
            <p:nvSpPr>
              <p:cNvPr descr="8c98dd4d-34c2-4db8-b174-10cc928e5c69" id="39" name="Bullet3">
                <a:extLst>
                  <a:ext uri="{FF2B5EF4-FFF2-40B4-BE49-F238E27FC236}">
                    <a16:creationId id="{F4FAF729-F178-51DA-C782-90E49DA38A8A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3173497"/>
                <a:ext cx="5792443" cy="91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Complexity and Diversity</a:t>
                </a:r>
              </a:p>
            </p:txBody>
          </p:sp>
          <p:sp>
            <p:nvSpPr>
              <p:cNvPr descr="aa7076a7-d817-4ba3-851c-d3d017753cfd" id="41" name="Number3">
                <a:extLst>
                  <a:ext uri="{FF2B5EF4-FFF2-40B4-BE49-F238E27FC236}">
                    <a16:creationId id="{E953EE74-9AE8-0B2F-61CC-03E47189CCC5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3176114"/>
                <a:ext cx="602966" cy="91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11eb2665-0862-4817-a579-366c8b7b91b7" id="59" name="组合 58">
              <a:extLst>
                <a:ext uri="{FF2B5EF4-FFF2-40B4-BE49-F238E27FC236}">
                  <a16:creationId id="{DDF40EB6-440A-505D-D144-F97C298DA0BA}"/>
                </a:ext>
              </a:extLst>
            </p:cNvPr>
            <p:cNvGrpSpPr/>
            <p:nvPr/>
          </p:nvGrpSpPr>
          <p:grpSpPr>
            <a:xfrm>
              <a:off x="4919723" y="4195095"/>
              <a:ext cx="6592259" cy="916096"/>
              <a:chOff x="4919723" y="4195095"/>
              <a:chExt cx="6592259" cy="916096"/>
            </a:xfrm>
          </p:grpSpPr>
          <p:sp>
            <p:nvSpPr>
              <p:cNvPr descr="af8a1a22-107e-45eb-ac6e-64630b7e3621" id="43" name="Bullet4">
                <a:extLst>
                  <a:ext uri="{FF2B5EF4-FFF2-40B4-BE49-F238E27FC236}">
                    <a16:creationId id="{E9601DE8-2D6B-A96B-4CEF-1BE43CFA08CB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4195095"/>
                <a:ext cx="5792443" cy="9121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Architectural Morphology</a:t>
                </a:r>
              </a:p>
            </p:txBody>
          </p:sp>
          <p:sp>
            <p:nvSpPr>
              <p:cNvPr descr="1654794a-1552-4d01-9e29-08b48b3657bb" id="45" name="Number4">
                <a:extLst>
                  <a:ext uri="{FF2B5EF4-FFF2-40B4-BE49-F238E27FC236}">
                    <a16:creationId id="{D108986D-B9DE-278C-8DE9-B164F7A674F5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4199021"/>
                <a:ext cx="602966" cy="9121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6acda268-54e2-46ff-bcbf-6cf5dc89dbf0" id="60" name="组合 59">
              <a:extLst>
                <a:ext uri="{FF2B5EF4-FFF2-40B4-BE49-F238E27FC236}">
                  <a16:creationId id="{3A637076-84D2-2F0F-44DF-51D2787CE33B}"/>
                </a:ext>
              </a:extLst>
            </p:cNvPr>
            <p:cNvGrpSpPr/>
            <p:nvPr/>
          </p:nvGrpSpPr>
          <p:grpSpPr>
            <a:xfrm>
              <a:off x="4919723" y="5216693"/>
              <a:ext cx="6592259" cy="917406"/>
              <a:chOff x="4919723" y="5216693"/>
              <a:chExt cx="6592259" cy="917406"/>
            </a:xfrm>
          </p:grpSpPr>
          <p:sp>
            <p:nvSpPr>
              <p:cNvPr descr="df3bdc53-9891-4870-abf7-faf3f4e49af8" id="47" name="Bullet5">
                <a:extLst>
                  <a:ext uri="{FF2B5EF4-FFF2-40B4-BE49-F238E27FC236}">
                    <a16:creationId id="{023D62BD-102E-F4EC-E39D-9E17676FBF41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5216693"/>
                <a:ext cx="5792443" cy="91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000000"/>
                    </a:solidFill>
                    <a:latin typeface="Arial"/>
                  </a:rPr>
                  <a:t>Urban Morphology Studies</a:t>
                </a:r>
              </a:p>
            </p:txBody>
          </p:sp>
          <p:sp>
            <p:nvSpPr>
              <p:cNvPr descr="29746800-35ba-4659-abe0-9c83e14c72a3" id="49" name="Number5">
                <a:extLst>
                  <a:ext uri="{FF2B5EF4-FFF2-40B4-BE49-F238E27FC236}">
                    <a16:creationId id="{D623B444-91EA-DE9E-F6DA-F699E5D75419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5221927"/>
                <a:ext cx="602966" cy="91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Team X and the 1953 International Congress of Modern Architecture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b808387-6cf9-4892-8f83-a5d5999c90fc" id="16" name="fbd3d405-5489-4280-95c3-59e8eaf8510c.source.7.zh-Hans.pptx">
            <a:extLst>
              <a:ext uri="{FF2B5EF4-FFF2-40B4-BE49-F238E27FC236}">
                <a16:creationId id="{CE42D146-B9CF-5184-5470-FC2F41D6BF8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descr="d14deb82-2986-483c-b606-fdb1fe044f5a" id="12" name="任意多边形: 形状 11">
              <a:extLst>
                <a:ext uri="{FF2B5EF4-FFF2-40B4-BE49-F238E27FC236}">
                  <a16:creationId id="{23248B7B-D22D-B685-6403-E3E24AD29467}"/>
                </a:ext>
              </a:extLst>
            </p:cNvPr>
            <p:cNvSpPr/>
            <p:nvPr/>
          </p:nvSpPr>
          <p:spPr>
            <a:xfrm flipH="false" flipV="false">
              <a:off x="9862641" y="0"/>
              <a:ext cx="2329359" cy="3297479"/>
            </a:xfrm>
            <a:custGeom>
              <a:avLst/>
              <a:gdLst>
                <a:gd fmla="*/ 229453 w 2242556" name="connsiteX0"/>
                <a:gd fmla="*/ 0 h 3174599" name="connsiteY0"/>
                <a:gd fmla="*/ 2242556 w 2242556" name="connsiteX1"/>
                <a:gd fmla="*/ 0 h 3174599" name="connsiteY1"/>
                <a:gd fmla="*/ 2242556 w 2242556" name="connsiteX2"/>
                <a:gd fmla="*/ 3172485 h 3174599" name="connsiteY2"/>
                <a:gd fmla="*/ 2200681 w 2242556" name="connsiteX3"/>
                <a:gd fmla="*/ 3174599 h 3174599" name="connsiteY3"/>
                <a:gd fmla="*/ 0 w 2242556" name="connsiteX4"/>
                <a:gd fmla="*/ 973918 h 3174599" name="connsiteY4"/>
                <a:gd fmla="*/ 172940 w 2242556" name="connsiteX5"/>
                <a:gd fmla="*/ 117314 h 3174599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3174599" w="2242556">
                  <a:moveTo>
                    <a:pt x="229453" y="0"/>
                  </a:moveTo>
                  <a:lnTo>
                    <a:pt x="2242556" y="0"/>
                  </a:lnTo>
                  <a:lnTo>
                    <a:pt x="2242556" y="3172485"/>
                  </a:lnTo>
                  <a:lnTo>
                    <a:pt x="2200681" y="3174599"/>
                  </a:lnTo>
                  <a:cubicBezTo>
                    <a:pt x="985278" y="3174599"/>
                    <a:pt x="0" y="2189321"/>
                    <a:pt x="0" y="973918"/>
                  </a:cubicBezTo>
                  <a:cubicBezTo>
                    <a:pt x="0" y="670067"/>
                    <a:pt x="61580" y="380599"/>
                    <a:pt x="172940" y="117314"/>
                  </a:cubicBezTo>
                  <a:close/>
                </a:path>
              </a:pathLst>
            </a:custGeom>
            <a:gradFill flip="none" rotWithShape="1">
              <a:gsLst>
                <a:gs pos="6000">
                  <a:schemeClr val="accent1">
                    <a:alpha val="27000"/>
                  </a:schemeClr>
                </a:gs>
                <a:gs pos="79000">
                  <a:schemeClr val="accent2">
                    <a:alpha val="0"/>
                  </a:schemeClr>
                </a:gs>
              </a:gsLst>
              <a:path path="circle">
                <a:fillToRect b="100000" l="100000"/>
              </a:path>
              <a:tileRect r="-100000" t="-100000"/>
            </a:gra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noAutofit/>
            </a:bodyPr>
            <a:lstStyle/>
            <a:p>
              <a:pPr algn="ctr"/>
            </a:p>
          </p:txBody>
        </p:sp>
        <p:sp>
          <p:nvSpPr>
            <p:cNvPr descr="3d60265b-e665-40e5-9590-db1cd4a2cc8d" id="134" name="任意多边形: 形状 133">
              <a:extLst>
                <a:ext uri="{FF2B5EF4-FFF2-40B4-BE49-F238E27FC236}">
                  <a16:creationId id="{9A67FA47-9551-020E-82C8-FCC288CE2EB5}"/>
                </a:ext>
              </a:extLst>
            </p:cNvPr>
            <p:cNvSpPr/>
            <p:nvPr/>
          </p:nvSpPr>
          <p:spPr>
            <a:xfrm flipH="false" flipV="false">
              <a:off x="7021530" y="0"/>
              <a:ext cx="1373834" cy="6858000"/>
            </a:xfrm>
            <a:custGeom>
              <a:avLst/>
              <a:gdLst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  <a:gd fmla="*/ 91440 w 1373834" name="connsiteX6"/>
                <a:gd fmla="*/ 91440 h 6858000" name="connsiteY6"/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6858000" w="1373834">
                  <a:moveTo>
                    <a:pt x="0" y="0"/>
                  </a:moveTo>
                  <a:lnTo>
                    <a:pt x="287412" y="367220"/>
                  </a:lnTo>
                  <a:cubicBezTo>
                    <a:pt x="975521" y="1324338"/>
                    <a:pt x="1373834" y="2458817"/>
                    <a:pt x="1373834" y="3675158"/>
                  </a:cubicBezTo>
                  <a:cubicBezTo>
                    <a:pt x="1373834" y="4739457"/>
                    <a:pt x="1068876" y="5741080"/>
                    <a:pt x="531657" y="6616050"/>
                  </a:cubicBezTo>
                  <a:lnTo>
                    <a:pt x="370656" y="6858000"/>
                  </a:lnTo>
                  <a:lnTo>
                    <a:pt x="36489" y="6858000"/>
                  </a:lnTo>
                </a:path>
              </a:pathLst>
            </a:custGeom>
            <a:noFill/>
            <a:ln w="6350">
              <a:gradFill>
                <a:gsLst>
                  <a:gs pos="50500">
                    <a:schemeClr val="tx1">
                      <a:alpha val="50000"/>
                    </a:schemeClr>
                  </a:gs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algn="ctr" blurRad="127000" dir="5400000" dist="50800" rotWithShape="0" sx="104000" sy="10400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noAutofit/>
            </a:bodyPr>
            <a:lstStyle/>
            <a:p>
              <a:pPr algn="ctr"/>
            </a:p>
          </p:txBody>
        </p:sp>
        <p:sp>
          <p:nvSpPr>
            <p:cNvPr descr="f5c6653b-176e-4684-8eb7-f07f36f12406" id="154" name="任意多边形: 形状 153">
              <a:extLst>
                <a:ext uri="{FF2B5EF4-FFF2-40B4-BE49-F238E27FC236}">
                  <a16:creationId id="{40700F54-34FA-85C7-089F-DA992C37AF05}"/>
                </a:ext>
              </a:extLst>
            </p:cNvPr>
            <p:cNvSpPr/>
            <p:nvPr/>
          </p:nvSpPr>
          <p:spPr>
            <a:xfrm flipH="false" flipV="false">
              <a:off x="3224894" y="0"/>
              <a:ext cx="1373834" cy="6858000"/>
            </a:xfrm>
            <a:custGeom>
              <a:avLst/>
              <a:gdLst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  <a:gd fmla="*/ 91440 w 1373834" name="connsiteX6"/>
                <a:gd fmla="*/ 91440 h 6858000" name="connsiteY6"/>
                <a:gd fmla="*/ 0 w 1373834" name="connsiteX0"/>
                <a:gd fmla="*/ 0 h 6858000" name="connsiteY0"/>
                <a:gd fmla="*/ 287412 w 1373834" name="connsiteX1"/>
                <a:gd fmla="*/ 367220 h 6858000" name="connsiteY1"/>
                <a:gd fmla="*/ 1373834 w 1373834" name="connsiteX2"/>
                <a:gd fmla="*/ 3675158 h 6858000" name="connsiteY2"/>
                <a:gd fmla="*/ 531657 w 1373834" name="connsiteX3"/>
                <a:gd fmla="*/ 6616050 h 6858000" name="connsiteY3"/>
                <a:gd fmla="*/ 370656 w 1373834" name="connsiteX4"/>
                <a:gd fmla="*/ 6858000 h 6858000" name="connsiteY4"/>
                <a:gd fmla="*/ 36489 w 1373834" name="connsiteX5"/>
                <a:gd fmla="*/ 6858000 h 6858000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6858000" w="1373834">
                  <a:moveTo>
                    <a:pt x="0" y="0"/>
                  </a:moveTo>
                  <a:lnTo>
                    <a:pt x="287412" y="367220"/>
                  </a:lnTo>
                  <a:cubicBezTo>
                    <a:pt x="975521" y="1324338"/>
                    <a:pt x="1373834" y="2458817"/>
                    <a:pt x="1373834" y="3675158"/>
                  </a:cubicBezTo>
                  <a:cubicBezTo>
                    <a:pt x="1373834" y="4739457"/>
                    <a:pt x="1068876" y="5741080"/>
                    <a:pt x="531657" y="6616050"/>
                  </a:cubicBezTo>
                  <a:lnTo>
                    <a:pt x="370656" y="6858000"/>
                  </a:lnTo>
                  <a:lnTo>
                    <a:pt x="36489" y="6858000"/>
                  </a:lnTo>
                </a:path>
              </a:pathLst>
            </a:custGeom>
            <a:noFill/>
            <a:ln w="6350">
              <a:gradFill>
                <a:gsLst>
                  <a:gs pos="50500">
                    <a:schemeClr val="tx1">
                      <a:alpha val="50000"/>
                    </a:schemeClr>
                  </a:gs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algn="ctr" blurRad="127000" dir="5400000" dist="50800" rotWithShape="0" sx="104000" sy="10400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noAutofit/>
            </a:bodyPr>
            <a:lstStyle/>
            <a:p>
              <a:pPr algn="ctr"/>
            </a:p>
          </p:txBody>
        </p:sp>
        <p:sp>
          <p:nvSpPr>
            <p:cNvPr descr="02f2a6ad-8081-4364-8ca2-3f3ddec93608" id="8" name="任意多边形: 形状 7">
              <a:extLst>
                <a:ext uri="{FF2B5EF4-FFF2-40B4-BE49-F238E27FC236}">
                  <a16:creationId id="{824D3EBE-95F2-163B-1717-93E1B6D8E93F}"/>
                </a:ext>
              </a:extLst>
            </p:cNvPr>
            <p:cNvSpPr/>
            <p:nvPr/>
          </p:nvSpPr>
          <p:spPr>
            <a:xfrm flipH="false" flipV="false">
              <a:off x="0" y="0"/>
              <a:ext cx="3893040" cy="6858000"/>
            </a:xfrm>
            <a:custGeom>
              <a:avLst/>
              <a:gdLst>
                <a:gd fmla="*/ 0 w 3642634" name="connsiteX0"/>
                <a:gd fmla="*/ 0 h 6858000" name="connsiteY0"/>
                <a:gd fmla="*/ 2347698 w 3642634" name="connsiteX1"/>
                <a:gd fmla="*/ 0 h 6858000" name="connsiteY1"/>
                <a:gd fmla="*/ 2531055 w 3642634" name="connsiteX2"/>
                <a:gd fmla="*/ 226078 h 6858000" name="connsiteY2"/>
                <a:gd fmla="*/ 3642634 w 3642634" name="connsiteX3"/>
                <a:gd fmla="*/ 3535947 h 6858000" name="connsiteY3"/>
                <a:gd fmla="*/ 2531055 w 3642634" name="connsiteX4"/>
                <a:gd fmla="*/ 6845817 h 6858000" name="connsiteY4"/>
                <a:gd fmla="*/ 2521175 w 3642634" name="connsiteX5"/>
                <a:gd fmla="*/ 6858000 h 6858000" name="connsiteY5"/>
                <a:gd fmla="*/ 0 w 3642634" name="connsiteX6"/>
                <a:gd fmla="*/ 6858000 h 6858000" name="connsiteY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b="b" l="l" r="r" t="t"/>
              <a:pathLst>
                <a:path h="6858000" w="3642634">
                  <a:moveTo>
                    <a:pt x="0" y="0"/>
                  </a:moveTo>
                  <a:lnTo>
                    <a:pt x="2347698" y="0"/>
                  </a:lnTo>
                  <a:lnTo>
                    <a:pt x="2531055" y="226078"/>
                  </a:lnTo>
                  <a:cubicBezTo>
                    <a:pt x="3232736" y="1170241"/>
                    <a:pt x="3642634" y="2309438"/>
                    <a:pt x="3642634" y="3535947"/>
                  </a:cubicBezTo>
                  <a:cubicBezTo>
                    <a:pt x="3642634" y="4762457"/>
                    <a:pt x="3232736" y="5901654"/>
                    <a:pt x="2531055" y="6845817"/>
                  </a:cubicBezTo>
                  <a:lnTo>
                    <a:pt x="2521175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2">
                    <a:lumMod val="40000"/>
                    <a:lumOff val="60000"/>
                    <a:alpha val="49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noAutofit/>
            </a:bodyPr>
            <a:lstStyle/>
            <a:p>
              <a:pPr algn="ctr"/>
            </a:p>
          </p:txBody>
        </p:sp>
        <p:sp>
          <p:nvSpPr>
            <p:cNvPr descr="e4c23ad3-7ebe-4c29-b536-0a68df892c93" id="9" name="任意多边形: 形状 8">
              <a:extLst>
                <a:ext uri="{FF2B5EF4-FFF2-40B4-BE49-F238E27FC236}">
                  <a16:creationId id="{FB0B0369-72E9-C734-0BF9-B4F633C105F8}"/>
                </a:ext>
              </a:extLst>
            </p:cNvPr>
            <p:cNvSpPr/>
            <p:nvPr/>
          </p:nvSpPr>
          <p:spPr>
            <a:xfrm flipH="false" flipV="false">
              <a:off x="0" y="0"/>
              <a:ext cx="3584403" cy="6858000"/>
            </a:xfrm>
            <a:custGeom>
              <a:avLst/>
              <a:gdLst>
                <a:gd fmla="*/ 0 w 3584403" name="connsiteX0"/>
                <a:gd fmla="*/ 0 h 6858000" name="connsiteY0"/>
                <a:gd fmla="*/ 29158 w 3584403" name="connsiteX1"/>
                <a:gd fmla="*/ 0 h 6858000" name="connsiteY1"/>
                <a:gd fmla="*/ 462355 w 3584403" name="connsiteX2"/>
                <a:gd fmla="*/ 0 h 6858000" name="connsiteY2"/>
                <a:gd fmla="*/ 2407378 w 3584403" name="connsiteX3"/>
                <a:gd fmla="*/ 0 h 6858000" name="connsiteY3"/>
                <a:gd fmla="*/ 2507443 w 3584403" name="connsiteX4"/>
                <a:gd fmla="*/ 116923 h 6858000" name="connsiteY4"/>
                <a:gd fmla="*/ 3584403 w 3584403" name="connsiteX5"/>
                <a:gd fmla="*/ 3174598 h 6858000" name="connsiteY5"/>
                <a:gd fmla="*/ 2113944 w 3584403" name="connsiteX6"/>
                <a:gd fmla="*/ 6665239 h 6858000" name="connsiteY6"/>
                <a:gd fmla="*/ 1904382 w 3584403" name="connsiteX7"/>
                <a:gd fmla="*/ 6858000 h 6858000" name="connsiteY7"/>
                <a:gd fmla="*/ 462355 w 3584403" name="connsiteX8"/>
                <a:gd fmla="*/ 6858000 h 6858000" name="connsiteY8"/>
                <a:gd fmla="*/ 29158 w 3584403" name="connsiteX9"/>
                <a:gd fmla="*/ 6858000 h 6858000" name="connsiteY9"/>
                <a:gd fmla="*/ 0 w 3584403" name="connsiteX10"/>
                <a:gd fmla="*/ 6858000 h 6858000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6858000" w="3584403">
                  <a:moveTo>
                    <a:pt x="0" y="0"/>
                  </a:moveTo>
                  <a:lnTo>
                    <a:pt x="29158" y="0"/>
                  </a:lnTo>
                  <a:lnTo>
                    <a:pt x="462355" y="0"/>
                  </a:lnTo>
                  <a:lnTo>
                    <a:pt x="2407378" y="0"/>
                  </a:lnTo>
                  <a:lnTo>
                    <a:pt x="2507443" y="116923"/>
                  </a:lnTo>
                  <a:cubicBezTo>
                    <a:pt x="3181149" y="953427"/>
                    <a:pt x="3584403" y="2016920"/>
                    <a:pt x="3584403" y="3174598"/>
                  </a:cubicBezTo>
                  <a:cubicBezTo>
                    <a:pt x="3584403" y="4542763"/>
                    <a:pt x="3021180" y="5779379"/>
                    <a:pt x="2113944" y="6665239"/>
                  </a:cubicBezTo>
                  <a:lnTo>
                    <a:pt x="1904382" y="6858000"/>
                  </a:lnTo>
                  <a:lnTo>
                    <a:pt x="462355" y="6858000"/>
                  </a:lnTo>
                  <a:lnTo>
                    <a:pt x="29158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accent1"/>
                </a:gs>
                <a:gs pos="100000">
                  <a:schemeClr val="accent2">
                    <a:alpha val="28000"/>
                  </a:schemeClr>
                </a:gs>
              </a:gsLst>
              <a:lin ang="13500000" scaled="1"/>
              <a:tileRect/>
            </a:gradFill>
            <a:ln algn="ctr" cap="flat" cmpd="sng" w="12700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noAutofit/>
            </a:bodyPr>
            <a:lstStyle/>
            <a:p>
              <a:pPr algn="ctr"/>
            </a:p>
          </p:txBody>
        </p:sp>
        <p:sp>
          <p:nvSpPr>
            <p:cNvPr descr="61d6dd1f-0c24-4038-9f64-5b23ee452bf9" id="10" name="Title">
              <a:extLst>
                <a:ext uri="{FF2B5EF4-FFF2-40B4-BE49-F238E27FC236}">
                  <a16:creationId id="{7A4B1E50-2820-DB23-FE7F-E469BB9CA40E}"/>
                </a:ext>
              </a:extLst>
            </p:cNvPr>
            <p:cNvSpPr txBox="1"/>
            <p:nvPr/>
          </p:nvSpPr>
          <p:spPr>
            <a:xfrm flipH="true" flipV="false">
              <a:off x="660398" y="1852863"/>
              <a:ext cx="2691223" cy="26434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b="true" i="false" lang="en-US" sz="4800" u="none">
                  <a:solidFill>
                    <a:srgbClr val="FFFFFF"/>
                  </a:solidFill>
                  <a:latin typeface="Arial"/>
                </a:rPr>
                <a:t>Pushing Boundaries</a:t>
              </a:r>
            </a:p>
          </p:txBody>
        </p:sp>
        <p:grpSp>
          <p:nvGrpSpPr>
            <p:cNvPr descr="94f34fb6-0ad5-478c-9c12-e5e910f9a7a0" id="2" name="组合 1">
              <a:extLst>
                <a:ext uri="{FF2B5EF4-FFF2-40B4-BE49-F238E27FC236}">
                  <a16:creationId id="{16A279E1-3551-76ED-5717-852C18677061}"/>
                </a:ext>
              </a:extLst>
            </p:cNvPr>
            <p:cNvGrpSpPr/>
            <p:nvPr/>
          </p:nvGrpSpPr>
          <p:grpSpPr>
            <a:xfrm>
              <a:off x="7689674" y="1130300"/>
              <a:ext cx="3539489" cy="1043986"/>
              <a:chOff x="7689674" y="1130300"/>
              <a:chExt cx="3539489" cy="1043986"/>
            </a:xfrm>
          </p:grpSpPr>
          <p:sp>
            <p:nvSpPr>
              <p:cNvPr descr="a6c25020-6054-4dcc-bd5e-8f080c2151d2" id="113" name="Number1">
                <a:extLst>
                  <a:ext uri="{FF2B5EF4-FFF2-40B4-BE49-F238E27FC236}">
                    <a16:creationId id="{4F039FFD-A163-6B12-8538-BCAD96893BE3}"/>
                  </a:ext>
                </a:extLst>
              </p:cNvPr>
              <p:cNvSpPr/>
              <p:nvPr/>
            </p:nvSpPr>
            <p:spPr>
              <a:xfrm flipH="false" flipV="false">
                <a:off x="7689674" y="1326169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906b42fd-9f30-4228-a8c1-06db88a80547" id="114" name="Bullet1">
                <a:extLst>
                  <a:ext uri="{FF2B5EF4-FFF2-40B4-BE49-F238E27FC236}">
                    <a16:creationId id="{AEA0BE80-AA1E-F1AD-9930-AF2A6D4EDE44}"/>
                  </a:ext>
                </a:extLst>
              </p:cNvPr>
              <p:cNvSpPr txBox="1"/>
              <p:nvPr/>
            </p:nvSpPr>
            <p:spPr>
              <a:xfrm flipH="false" flipV="false">
                <a:off x="8417161" y="1130300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Iconic Buildings</a:t>
                </a:r>
              </a:p>
            </p:txBody>
          </p:sp>
        </p:grpSp>
        <p:grpSp>
          <p:nvGrpSpPr>
            <p:cNvPr descr="b2374c44-9307-4a5e-bea6-730ba1abe232" id="3" name="组合 2">
              <a:extLst>
                <a:ext uri="{FF2B5EF4-FFF2-40B4-BE49-F238E27FC236}">
                  <a16:creationId id="{ECA483F9-F8F8-3F7E-3A04-7161095F43D7}"/>
                </a:ext>
              </a:extLst>
            </p:cNvPr>
            <p:cNvGrpSpPr/>
            <p:nvPr/>
          </p:nvGrpSpPr>
          <p:grpSpPr>
            <a:xfrm>
              <a:off x="7979410" y="3020771"/>
              <a:ext cx="3539489" cy="1043986"/>
              <a:chOff x="7979410" y="3020771"/>
              <a:chExt cx="3539489" cy="1043986"/>
            </a:xfrm>
          </p:grpSpPr>
          <p:sp>
            <p:nvSpPr>
              <p:cNvPr descr="d0521960-cfa8-4b26-8117-6e06f2644d77" id="116" name="Number2">
                <a:extLst>
                  <a:ext uri="{FF2B5EF4-FFF2-40B4-BE49-F238E27FC236}">
                    <a16:creationId id="{8448AE90-5EC4-0143-CE94-1D1896E9C224}"/>
                  </a:ext>
                </a:extLst>
              </p:cNvPr>
              <p:cNvSpPr/>
              <p:nvPr/>
            </p:nvSpPr>
            <p:spPr>
              <a:xfrm flipH="false" flipV="false">
                <a:off x="7979410" y="3216640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2920efbf-c608-433c-8c1f-9a11e3420e7b" id="117" name="Bullet2">
                <a:extLst>
                  <a:ext uri="{FF2B5EF4-FFF2-40B4-BE49-F238E27FC236}">
                    <a16:creationId id="{A2092BD2-B62E-6B4A-DCBB-DF8BFE25C874}"/>
                  </a:ext>
                </a:extLst>
              </p:cNvPr>
              <p:cNvSpPr txBox="1"/>
              <p:nvPr/>
            </p:nvSpPr>
            <p:spPr>
              <a:xfrm flipH="false" flipV="false">
                <a:off x="8706897" y="3020771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Structural Innovation</a:t>
                </a:r>
              </a:p>
            </p:txBody>
          </p:sp>
        </p:grpSp>
        <p:grpSp>
          <p:nvGrpSpPr>
            <p:cNvPr descr="71138a0b-bf3f-4f73-902d-6129501ecb65" id="4" name="组合 3">
              <a:extLst>
                <a:ext uri="{FF2B5EF4-FFF2-40B4-BE49-F238E27FC236}">
                  <a16:creationId id="{B481D44E-35AA-6982-ED0E-05568B7366C3}"/>
                </a:ext>
              </a:extLst>
            </p:cNvPr>
            <p:cNvGrpSpPr/>
            <p:nvPr/>
          </p:nvGrpSpPr>
          <p:grpSpPr>
            <a:xfrm>
              <a:off x="7689674" y="4911242"/>
              <a:ext cx="3539489" cy="1043986"/>
              <a:chOff x="7689674" y="4911242"/>
              <a:chExt cx="3539489" cy="1043986"/>
            </a:xfrm>
          </p:grpSpPr>
          <p:sp>
            <p:nvSpPr>
              <p:cNvPr descr="70d46d91-eccb-4646-bc6f-2f3148365d20" id="119" name="Number3">
                <a:extLst>
                  <a:ext uri="{FF2B5EF4-FFF2-40B4-BE49-F238E27FC236}">
                    <a16:creationId id="{3745292A-4F40-7D6D-4D6C-F67B18D359FF}"/>
                  </a:ext>
                </a:extLst>
              </p:cNvPr>
              <p:cNvSpPr/>
              <p:nvPr/>
            </p:nvSpPr>
            <p:spPr>
              <a:xfrm flipH="false" flipV="false">
                <a:off x="7689674" y="5107111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7</a:t>
                </a:r>
              </a:p>
            </p:txBody>
          </p:sp>
          <p:sp>
            <p:nvSpPr>
              <p:cNvPr descr="121cf9c9-8833-4139-bb73-8fc1f3708552" id="120" name="Bullet3">
                <a:extLst>
                  <a:ext uri="{FF2B5EF4-FFF2-40B4-BE49-F238E27FC236}">
                    <a16:creationId id="{4B591F11-336E-A20C-5B69-E45FEBD5B06A}"/>
                  </a:ext>
                </a:extLst>
              </p:cNvPr>
              <p:cNvSpPr txBox="1"/>
              <p:nvPr/>
            </p:nvSpPr>
            <p:spPr>
              <a:xfrm flipH="false" flipV="false">
                <a:off x="8417161" y="4911242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Material Exploration</a:t>
                </a:r>
              </a:p>
            </p:txBody>
          </p:sp>
        </p:grpSp>
        <p:grpSp>
          <p:nvGrpSpPr>
            <p:cNvPr descr="5324b901-f4a2-4415-a5d4-96525c45c3a3" id="5" name="组合 4">
              <a:extLst>
                <a:ext uri="{FF2B5EF4-FFF2-40B4-BE49-F238E27FC236}">
                  <a16:creationId id="{D5FEFAB1-F446-4C0A-F6E5-1C68B4371119}"/>
                </a:ext>
              </a:extLst>
            </p:cNvPr>
            <p:cNvGrpSpPr/>
            <p:nvPr/>
          </p:nvGrpSpPr>
          <p:grpSpPr>
            <a:xfrm>
              <a:off x="3893038" y="1130300"/>
              <a:ext cx="3539489" cy="1043986"/>
              <a:chOff x="3893038" y="1130300"/>
              <a:chExt cx="3539489" cy="1043986"/>
            </a:xfrm>
          </p:grpSpPr>
          <p:sp>
            <p:nvSpPr>
              <p:cNvPr descr="e637def4-c38d-4210-8207-218201cc9963" id="156" name="Number4">
                <a:extLst>
                  <a:ext uri="{FF2B5EF4-FFF2-40B4-BE49-F238E27FC236}">
                    <a16:creationId id="{23D28D3F-01BB-14CC-54B4-7E7ED7549DB6}"/>
                  </a:ext>
                </a:extLst>
              </p:cNvPr>
              <p:cNvSpPr/>
              <p:nvPr/>
            </p:nvSpPr>
            <p:spPr>
              <a:xfrm flipH="false" flipV="false">
                <a:off x="3893038" y="1326169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c6ad80e4-aea7-4df7-bdc3-f6a47aa3e7e6" id="157" name="Bullet4">
                <a:extLst>
                  <a:ext uri="{FF2B5EF4-FFF2-40B4-BE49-F238E27FC236}">
                    <a16:creationId id="{759F4B4C-A23A-B4F8-D991-D8A09BB975B3}"/>
                  </a:ext>
                </a:extLst>
              </p:cNvPr>
              <p:cNvSpPr txBox="1"/>
              <p:nvPr/>
            </p:nvSpPr>
            <p:spPr>
              <a:xfrm flipH="false" flipV="false">
                <a:off x="4620525" y="1130300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Postmodern Critiques</a:t>
                </a:r>
              </a:p>
            </p:txBody>
          </p:sp>
        </p:grpSp>
        <p:grpSp>
          <p:nvGrpSpPr>
            <p:cNvPr descr="44d88bad-55ec-4914-b121-a7496d00c10f" id="6" name="组合 5">
              <a:extLst>
                <a:ext uri="{FF2B5EF4-FFF2-40B4-BE49-F238E27FC236}">
                  <a16:creationId id="{E161CD89-B27D-AF8C-9E3D-6110C94C8101}"/>
                </a:ext>
              </a:extLst>
            </p:cNvPr>
            <p:cNvGrpSpPr/>
            <p:nvPr/>
          </p:nvGrpSpPr>
          <p:grpSpPr>
            <a:xfrm>
              <a:off x="4182774" y="2461880"/>
              <a:ext cx="3539489" cy="1043986"/>
              <a:chOff x="4182774" y="2461880"/>
              <a:chExt cx="3539489" cy="1043986"/>
            </a:xfrm>
          </p:grpSpPr>
          <p:sp>
            <p:nvSpPr>
              <p:cNvPr descr="8628ec21-bcbc-4abd-962a-aeca72c14e96" id="159" name="Number5">
                <a:extLst>
                  <a:ext uri="{FF2B5EF4-FFF2-40B4-BE49-F238E27FC236}">
                    <a16:creationId id="{6788F751-CCC5-486A-C0EA-26EDB390BDB4}"/>
                  </a:ext>
                </a:extLst>
              </p:cNvPr>
              <p:cNvSpPr/>
              <p:nvPr/>
            </p:nvSpPr>
            <p:spPr>
              <a:xfrm flipH="false" flipV="false">
                <a:off x="4182774" y="2657749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cc49a4c4-2f91-4c2e-a1e0-f928eb88355a" id="160" name="Bullet5">
                <a:extLst>
                  <a:ext uri="{FF2B5EF4-FFF2-40B4-BE49-F238E27FC236}">
                    <a16:creationId id="{6BCB7D9B-6588-84A4-6849-D41C14AC270C}"/>
                  </a:ext>
                </a:extLst>
              </p:cNvPr>
              <p:cNvSpPr txBox="1"/>
              <p:nvPr/>
            </p:nvSpPr>
            <p:spPr>
              <a:xfrm flipH="false" flipV="false">
                <a:off x="4910261" y="2461880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Global Influence</a:t>
                </a:r>
              </a:p>
            </p:txBody>
          </p:sp>
        </p:grpSp>
        <p:grpSp>
          <p:nvGrpSpPr>
            <p:cNvPr descr="c2e5598e-58e3-4738-a170-c8b668503341" id="13" name="组合 12">
              <a:extLst>
                <a:ext uri="{FF2B5EF4-FFF2-40B4-BE49-F238E27FC236}">
                  <a16:creationId id="{7FA3D626-F5E0-E2DC-D9F0-4ED7AAC45340}"/>
                </a:ext>
              </a:extLst>
            </p:cNvPr>
            <p:cNvGrpSpPr/>
            <p:nvPr/>
          </p:nvGrpSpPr>
          <p:grpSpPr>
            <a:xfrm>
              <a:off x="4182774" y="3793460"/>
              <a:ext cx="3539489" cy="1043986"/>
              <a:chOff x="4182774" y="3793460"/>
              <a:chExt cx="3539489" cy="1043986"/>
            </a:xfrm>
          </p:grpSpPr>
          <p:sp>
            <p:nvSpPr>
              <p:cNvPr descr="0f73422c-cecc-4d97-aadd-acb9377b3846" id="162" name="Number6">
                <a:extLst>
                  <a:ext uri="{FF2B5EF4-FFF2-40B4-BE49-F238E27FC236}">
                    <a16:creationId id="{C9922AE7-BF0E-A270-B909-4CFA7767C559}"/>
                  </a:ext>
                </a:extLst>
              </p:cNvPr>
              <p:cNvSpPr/>
              <p:nvPr/>
            </p:nvSpPr>
            <p:spPr>
              <a:xfrm flipH="false" flipV="false">
                <a:off x="4182774" y="3989329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aaae5b73-6859-4491-8a13-5da98b045d6c" id="163" name="Bullet6">
                <a:extLst>
                  <a:ext uri="{FF2B5EF4-FFF2-40B4-BE49-F238E27FC236}">
                    <a16:creationId id="{086932D6-A19D-BA9C-A5FC-B7DF4B61D353}"/>
                  </a:ext>
                </a:extLst>
              </p:cNvPr>
              <p:cNvSpPr txBox="1"/>
              <p:nvPr/>
            </p:nvSpPr>
            <p:spPr>
              <a:xfrm flipH="false" flipV="false">
                <a:off x="4910261" y="3793460"/>
                <a:ext cx="2812002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Technological Advancements</a:t>
                </a:r>
              </a:p>
            </p:txBody>
          </p:sp>
        </p:grpSp>
        <p:grpSp>
          <p:nvGrpSpPr>
            <p:cNvPr descr="18afaa49-f5a8-420c-8d0d-32fad340a650" id="14" name="组合 13">
              <a:extLst>
                <a:ext uri="{FF2B5EF4-FFF2-40B4-BE49-F238E27FC236}">
                  <a16:creationId id="{4E303650-D409-3297-1307-7F3FFC8473DD}"/>
                </a:ext>
              </a:extLst>
            </p:cNvPr>
            <p:cNvGrpSpPr/>
            <p:nvPr/>
          </p:nvGrpSpPr>
          <p:grpSpPr>
            <a:xfrm>
              <a:off x="3893045" y="5125040"/>
              <a:ext cx="3539486" cy="1043986"/>
              <a:chOff x="3893045" y="5125040"/>
              <a:chExt cx="3539486" cy="1043986"/>
            </a:xfrm>
          </p:grpSpPr>
          <p:sp>
            <p:nvSpPr>
              <p:cNvPr descr="a3754a25-75d5-453b-a7e0-14b8f03f6f5a" id="165" name="Number7">
                <a:extLst>
                  <a:ext uri="{FF2B5EF4-FFF2-40B4-BE49-F238E27FC236}">
                    <a16:creationId id="{7ECF7ACF-FF8A-1103-470A-E1AF26E8086F}"/>
                  </a:ext>
                </a:extLst>
              </p:cNvPr>
              <p:cNvSpPr/>
              <p:nvPr/>
            </p:nvSpPr>
            <p:spPr>
              <a:xfrm flipH="false" flipV="false">
                <a:off x="3893045" y="5320909"/>
                <a:ext cx="652247" cy="652247"/>
              </a:xfrm>
              <a:prstGeom prst="ellipse">
                <a:avLst/>
              </a:prstGeom>
              <a:gradFill flip="none" rotWithShape="1">
                <a:gsLst>
                  <a:gs pos="37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  <a:ln algn="ctr" cap="flat" cmpd="sng" w="12700">
                <a:noFill/>
                <a:prstDash val="solid"/>
                <a:miter lim="800000"/>
              </a:ln>
              <a:effectLst>
                <a:outerShdw algn="tl" blurRad="254000" dir="2700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89219a9b-5097-4703-94ed-5ccf9ef1d4dd" id="166" name="Bullet7">
                <a:extLst>
                  <a:ext uri="{FF2B5EF4-FFF2-40B4-BE49-F238E27FC236}">
                    <a16:creationId id="{6701B2DE-BB38-2980-EE47-7D198BE6EE55}"/>
                  </a:ext>
                </a:extLst>
              </p:cNvPr>
              <p:cNvSpPr txBox="1"/>
              <p:nvPr/>
            </p:nvSpPr>
            <p:spPr>
              <a:xfrm flipH="false" flipV="false">
                <a:off x="4620527" y="5125040"/>
                <a:ext cx="2812004" cy="1043986"/>
              </a:xfrm>
              <a:prstGeom prst="roundRect">
                <a:avLst>
                  <a:gd fmla="val 9415" name="adj"/>
                </a:avLst>
              </a:prstGeom>
              <a:solidFill>
                <a:srgbClr val="FFFFFF">
                  <a:alpha val="90000"/>
                </a:srgbClr>
              </a:solidFill>
              <a:ln w="6350">
                <a:noFill/>
              </a:ln>
              <a:effectLst>
                <a:outerShdw algn="ctr" blurRad="279400" dir="3600000" dist="50800" rotWithShape="0">
                  <a:schemeClr val="tx1">
                    <a:alpha val="15000"/>
                  </a:schemeClr>
                </a:outerShdw>
              </a:effectLst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Environmental Considerations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Late Modernist Architecture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95710a18-3383-44f2-9591-fca3433d1b37" id="15" name="12f20050-7fef-4007-9feb-ce290497221d.source.7.zh-Hans.pptx">
            <a:extLst>
              <a:ext uri="{FF2B5EF4-FFF2-40B4-BE49-F238E27FC236}">
                <a16:creationId id="{DDCAF6A3-850A-4336-508E-E8474A00BC17}"/>
              </a:ext>
            </a:extLst>
          </p:cNvPr>
          <p:cNvGrpSpPr/>
          <p:nvPr/>
        </p:nvGrpSpPr>
        <p:grpSpPr>
          <a:xfrm>
            <a:off x="0" y="0"/>
            <a:ext cx="11518900" cy="6858000"/>
            <a:chOff x="0" y="0"/>
            <a:chExt cx="11518900" cy="6858000"/>
          </a:xfrm>
        </p:grpSpPr>
        <p:sp>
          <p:nvSpPr>
            <p:cNvPr descr="98363edf-8ecc-4b02-8a8e-fd35ffc18fc3" id="8" name="Title">
              <a:extLst>
                <a:ext uri="{FF2B5EF4-FFF2-40B4-BE49-F238E27FC236}">
                  <a16:creationId id="{22EC99C5-5DD1-21B3-4E1E-5F49BDCA458A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3078773" y="1105064"/>
              <a:ext cx="8440127" cy="743159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 lnSpcReduction="10000"/>
            </a:bodyPr>
            <a:lstStyle/>
            <a:p>
              <a:pPr algn="l"/>
              <a:r>
                <a:rPr b="true" i="false" lang="en-US" sz="4400" u="none">
                  <a:solidFill>
                    <a:srgbClr val="000000"/>
                  </a:solidFill>
                  <a:latin typeface="Arial"/>
                </a:rPr>
                <a:t>The American Experience</a:t>
              </a:r>
            </a:p>
          </p:txBody>
        </p:sp>
        <p:grpSp>
          <p:nvGrpSpPr>
            <p:cNvPr descr="baa436d7-d44a-408d-871d-77b0ee6f6b66" id="23" name="组合 22">
              <a:extLst>
                <a:ext uri="{FF2B5EF4-FFF2-40B4-BE49-F238E27FC236}">
                  <a16:creationId id="{6E1ED2EB-CD1C-AA0F-98C5-4DEB7A860165}"/>
                </a:ext>
              </a:extLst>
            </p:cNvPr>
            <p:cNvGrpSpPr/>
            <p:nvPr/>
          </p:nvGrpSpPr>
          <p:grpSpPr>
            <a:xfrm>
              <a:off x="0" y="0"/>
              <a:ext cx="7080250" cy="6858000"/>
              <a:chOff x="0" y="0"/>
              <a:chExt cx="7080250" cy="6858000"/>
            </a:xfrm>
          </p:grpSpPr>
          <p:cxnSp>
            <p:nvCxnSpPr>
              <p:cNvPr descr="8659eca3-7798-4461-9a28-8a006da6dd99" id="42" name="Line1">
                <a:extLst>
                  <a:ext uri="{FF2B5EF4-FFF2-40B4-BE49-F238E27FC236}">
                    <a16:creationId id="{B05D9563-DFC6-B4DE-AD59-7551D371350B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3078773" y="2919690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b388be73-f049-4f08-a619-b6a2fbfa0a21" id="49" name="PictureMisc1">
                <a:extLst>
                  <a:ext uri="{FF2B5EF4-FFF2-40B4-BE49-F238E27FC236}">
                    <a16:creationId id="{3E916FCD-8E40-D7FE-6236-C2D1FF21F66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0" y="0"/>
                <a:ext cx="2641600" cy="6858000"/>
              </a:xfrm>
              <a:prstGeom prst="rect">
                <a:avLst/>
              </a:prstGeom>
              <a:blipFill rotWithShape="true">
                <a:blip r:embed="rId5"/>
                <a:srcRect/>
                <a:stretch>
                  <a:fillRect b="-1961" l="-189972" r="-148798" t="-1835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3ef4743-8699-41a6-87cd-16beacaa0fc0" id="41" name="Number1">
                <a:extLst>
                  <a:ext uri="{FF2B5EF4-FFF2-40B4-BE49-F238E27FC236}">
                    <a16:creationId id="{E47DAA41-998F-CC8A-0F05-8C8EBD6422C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078774" y="2083331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b8208c11-7008-43b6-9ea2-68066fbfe0d6" id="43" name="Bullet1">
                <a:extLst>
                  <a:ext uri="{FF2B5EF4-FFF2-40B4-BE49-F238E27FC236}">
                    <a16:creationId id="{357BF002-23DE-90AC-1A59-98A9D938B5C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541298" y="2083331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Corporate Architecture</a:t>
                </a:r>
              </a:p>
            </p:txBody>
          </p:sp>
        </p:grpSp>
        <p:grpSp>
          <p:nvGrpSpPr>
            <p:cNvPr descr="c397a715-7944-4a7d-a8d4-923ddff6e47f" id="24" name="组合 23">
              <a:extLst>
                <a:ext uri="{FF2B5EF4-FFF2-40B4-BE49-F238E27FC236}">
                  <a16:creationId id="{67A2EFBB-650B-92EB-E5C0-57E44E19611C}"/>
                </a:ext>
              </a:extLst>
            </p:cNvPr>
            <p:cNvGrpSpPr/>
            <p:nvPr/>
          </p:nvGrpSpPr>
          <p:grpSpPr>
            <a:xfrm>
              <a:off x="3078773" y="3154800"/>
              <a:ext cx="4001477" cy="836361"/>
              <a:chOff x="3078773" y="3154800"/>
              <a:chExt cx="4001477" cy="836361"/>
            </a:xfrm>
          </p:grpSpPr>
          <p:cxnSp>
            <p:nvCxnSpPr>
              <p:cNvPr descr="645cfb7e-68d6-4e09-9bbd-61697e6ad748" id="9" name="Line2">
                <a:extLst>
                  <a:ext uri="{FF2B5EF4-FFF2-40B4-BE49-F238E27FC236}">
                    <a16:creationId id="{87F263B9-0AD8-3BE3-C89B-A5992435E09A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3078773" y="3991159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a2c92ddd-581a-4d95-98f4-bae83f080fa6" id="7" name="Number2">
                <a:extLst>
                  <a:ext uri="{FF2B5EF4-FFF2-40B4-BE49-F238E27FC236}">
                    <a16:creationId id="{85C898F6-A751-5BE1-A293-CE22C39DECC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078774" y="3154800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descr="a20843ae-a406-4da1-bd8d-c9bed9f48b0b" id="10" name="Bullet2">
                <a:extLst>
                  <a:ext uri="{FF2B5EF4-FFF2-40B4-BE49-F238E27FC236}">
                    <a16:creationId id="{B479B1F7-FBB6-5284-9D29-9B3BF5DEE31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541298" y="3154800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Urban Renewal Projects</a:t>
                </a:r>
              </a:p>
            </p:txBody>
          </p:sp>
        </p:grpSp>
        <p:grpSp>
          <p:nvGrpSpPr>
            <p:cNvPr descr="95c63875-2858-4151-b817-25495ff11d7b" id="37" name="组合 36">
              <a:extLst>
                <a:ext uri="{FF2B5EF4-FFF2-40B4-BE49-F238E27FC236}">
                  <a16:creationId id="{D0052036-D437-8231-4B3C-E99CDC65677B}"/>
                </a:ext>
              </a:extLst>
            </p:cNvPr>
            <p:cNvGrpSpPr/>
            <p:nvPr/>
          </p:nvGrpSpPr>
          <p:grpSpPr>
            <a:xfrm>
              <a:off x="3078773" y="4226269"/>
              <a:ext cx="4001477" cy="836361"/>
              <a:chOff x="3078773" y="4226269"/>
              <a:chExt cx="4001477" cy="836361"/>
            </a:xfrm>
          </p:grpSpPr>
          <p:cxnSp>
            <p:nvCxnSpPr>
              <p:cNvPr descr="42916766-c8dc-4a26-bd16-078c9b96e51f" id="13" name="Line3">
                <a:extLst>
                  <a:ext uri="{FF2B5EF4-FFF2-40B4-BE49-F238E27FC236}">
                    <a16:creationId id="{A4083D6C-F7F3-4410-5E0D-A1B6803588D3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3078773" y="5062628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8958afd0-ae49-4381-b177-8524ec12cbd0" id="12" name="Number3">
                <a:extLst>
                  <a:ext uri="{FF2B5EF4-FFF2-40B4-BE49-F238E27FC236}">
                    <a16:creationId id="{529C43F1-45E0-829D-5609-1AC6DB8E94B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078774" y="4226269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3.</a:t>
                </a:r>
              </a:p>
            </p:txBody>
          </p:sp>
          <p:sp>
            <p:nvSpPr>
              <p:cNvPr descr="1f40f228-eef3-4694-8c73-890f84c8b371" id="14" name="Bullet3">
                <a:extLst>
                  <a:ext uri="{FF2B5EF4-FFF2-40B4-BE49-F238E27FC236}">
                    <a16:creationId id="{C8338A55-73C1-1EED-775D-3B6F04D05A5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541298" y="4226269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Suburban Growth</a:t>
                </a:r>
              </a:p>
            </p:txBody>
          </p:sp>
        </p:grpSp>
        <p:grpSp>
          <p:nvGrpSpPr>
            <p:cNvPr descr="2f283afe-5cc2-452f-ab3a-8230bc8454cd" id="38" name="组合 37">
              <a:extLst>
                <a:ext uri="{FF2B5EF4-FFF2-40B4-BE49-F238E27FC236}">
                  <a16:creationId id="{F7A11BF6-647D-1292-CD78-CCBB61505A99}"/>
                </a:ext>
              </a:extLst>
            </p:cNvPr>
            <p:cNvGrpSpPr/>
            <p:nvPr/>
          </p:nvGrpSpPr>
          <p:grpSpPr>
            <a:xfrm>
              <a:off x="3078773" y="5297739"/>
              <a:ext cx="4001477" cy="836361"/>
              <a:chOff x="3078773" y="5297739"/>
              <a:chExt cx="4001477" cy="836361"/>
            </a:xfrm>
          </p:grpSpPr>
          <p:cxnSp>
            <p:nvCxnSpPr>
              <p:cNvPr descr="4afb8338-42b5-4bf3-aa09-0c68e927912c" id="17" name="Line4">
                <a:extLst>
                  <a:ext uri="{FF2B5EF4-FFF2-40B4-BE49-F238E27FC236}">
                    <a16:creationId id="{17F091E5-B650-AF9C-953A-EE9D856A1B60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3078773" y="6134098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192384f2-c4f4-4851-b794-a9c101216084" id="16" name="Number4">
                <a:extLst>
                  <a:ext uri="{FF2B5EF4-FFF2-40B4-BE49-F238E27FC236}">
                    <a16:creationId id="{6FBA4761-F164-ADA3-22A3-EF6E5DCE4FD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078774" y="5297739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4.</a:t>
                </a:r>
              </a:p>
            </p:txBody>
          </p:sp>
          <p:sp>
            <p:nvSpPr>
              <p:cNvPr descr="780566d7-8005-4007-bfc5-90f560e80f05" id="18" name="Bullet4">
                <a:extLst>
                  <a:ext uri="{FF2B5EF4-FFF2-40B4-BE49-F238E27FC236}">
                    <a16:creationId id="{A334A496-0BC9-500C-F520-D55F73BB855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541298" y="5297739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Gentrification Effects</a:t>
                </a:r>
              </a:p>
            </p:txBody>
          </p:sp>
        </p:grpSp>
        <p:grpSp>
          <p:nvGrpSpPr>
            <p:cNvPr descr="1dbad8f9-6363-4352-bed0-91344f3b96e3" id="39" name="组合 38">
              <a:extLst>
                <a:ext uri="{FF2B5EF4-FFF2-40B4-BE49-F238E27FC236}">
                  <a16:creationId id="{A7C3712D-D96D-D341-9C8E-AF1E714CC776}"/>
                </a:ext>
              </a:extLst>
            </p:cNvPr>
            <p:cNvGrpSpPr/>
            <p:nvPr/>
          </p:nvGrpSpPr>
          <p:grpSpPr>
            <a:xfrm>
              <a:off x="7517423" y="2083331"/>
              <a:ext cx="4001477" cy="836361"/>
              <a:chOff x="7517423" y="2083331"/>
              <a:chExt cx="4001477" cy="836361"/>
            </a:xfrm>
          </p:grpSpPr>
          <p:cxnSp>
            <p:nvCxnSpPr>
              <p:cNvPr descr="5f939108-05b0-495d-b45f-1f8df49a9d69" id="35" name="Line5">
                <a:extLst>
                  <a:ext uri="{FF2B5EF4-FFF2-40B4-BE49-F238E27FC236}">
                    <a16:creationId id="{BA888155-86B2-B7BE-859C-26120392D778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517423" y="2919690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32dfccc5-6240-46ac-8e53-1a0dadb5fa0c" id="34" name="Number5">
                <a:extLst>
                  <a:ext uri="{FF2B5EF4-FFF2-40B4-BE49-F238E27FC236}">
                    <a16:creationId id="{4B7ECCD7-B9F2-2A98-932A-EA33041FDB7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517424" y="2083331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5.</a:t>
                </a:r>
              </a:p>
            </p:txBody>
          </p:sp>
          <p:sp>
            <p:nvSpPr>
              <p:cNvPr descr="4a4f3c77-02f3-481d-8148-5d81bf04806b" id="36" name="Bullet5">
                <a:extLst>
                  <a:ext uri="{FF2B5EF4-FFF2-40B4-BE49-F238E27FC236}">
                    <a16:creationId id="{DFF41951-E836-E12B-34C1-91E57BDF11B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979948" y="2083331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Iconic Architects</a:t>
                </a:r>
              </a:p>
            </p:txBody>
          </p:sp>
        </p:grpSp>
        <p:grpSp>
          <p:nvGrpSpPr>
            <p:cNvPr descr="fa7f3c6b-06dc-48df-a499-705481314941" id="40" name="组合 39">
              <a:extLst>
                <a:ext uri="{FF2B5EF4-FFF2-40B4-BE49-F238E27FC236}">
                  <a16:creationId id="{C7E4FB2C-2148-853B-3EC3-F691BA277736}"/>
                </a:ext>
              </a:extLst>
            </p:cNvPr>
            <p:cNvGrpSpPr/>
            <p:nvPr/>
          </p:nvGrpSpPr>
          <p:grpSpPr>
            <a:xfrm>
              <a:off x="7517423" y="3154800"/>
              <a:ext cx="4001477" cy="836361"/>
              <a:chOff x="7517423" y="3154800"/>
              <a:chExt cx="4001477" cy="836361"/>
            </a:xfrm>
          </p:grpSpPr>
          <p:cxnSp>
            <p:nvCxnSpPr>
              <p:cNvPr descr="7baa3c91-81e4-4328-bde5-12cec5cd98ee" id="32" name="Line6">
                <a:extLst>
                  <a:ext uri="{FF2B5EF4-FFF2-40B4-BE49-F238E27FC236}">
                    <a16:creationId id="{F47380E5-5F09-1C5F-1101-53E91CE4C5CB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517423" y="3991159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5c8f90b0-a748-4ad0-93f1-066e532ce92a" id="31" name="Number6">
                <a:extLst>
                  <a:ext uri="{FF2B5EF4-FFF2-40B4-BE49-F238E27FC236}">
                    <a16:creationId id="{FCE0B70F-9D7F-D91A-F9A1-20FAF1FDA66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517424" y="3154800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6.</a:t>
                </a:r>
              </a:p>
            </p:txBody>
          </p:sp>
          <p:sp>
            <p:nvSpPr>
              <p:cNvPr descr="b0e72ee2-8bd2-4f95-8574-5bb7525548e4" id="33" name="Bullet6">
                <a:extLst>
                  <a:ext uri="{FF2B5EF4-FFF2-40B4-BE49-F238E27FC236}">
                    <a16:creationId id="{542739A2-40FA-A22B-35A3-43F0B7F266B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979948" y="3154800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Technological Integration</a:t>
                </a:r>
              </a:p>
            </p:txBody>
          </p:sp>
        </p:grpSp>
        <p:grpSp>
          <p:nvGrpSpPr>
            <p:cNvPr descr="96924773-a522-43d7-86e3-a95b52d02c78" id="44" name="组合 43">
              <a:extLst>
                <a:ext uri="{FF2B5EF4-FFF2-40B4-BE49-F238E27FC236}">
                  <a16:creationId id="{C0938FFB-E76C-4E48-0B4E-160517DA6621}"/>
                </a:ext>
              </a:extLst>
            </p:cNvPr>
            <p:cNvGrpSpPr/>
            <p:nvPr/>
          </p:nvGrpSpPr>
          <p:grpSpPr>
            <a:xfrm>
              <a:off x="7517423" y="4226269"/>
              <a:ext cx="4001477" cy="836361"/>
              <a:chOff x="7517423" y="4226269"/>
              <a:chExt cx="4001477" cy="836361"/>
            </a:xfrm>
          </p:grpSpPr>
          <p:cxnSp>
            <p:nvCxnSpPr>
              <p:cNvPr descr="348ee36e-d306-4987-8058-bad7ceaf14f0" id="29" name="Line7">
                <a:extLst>
                  <a:ext uri="{FF2B5EF4-FFF2-40B4-BE49-F238E27FC236}">
                    <a16:creationId id="{D9D7E078-BFD4-3DF6-CD78-B2ED1E1916F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517423" y="5062628"/>
                <a:ext cx="400147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c6cb2a95-9b65-4725-ad25-b4a160675c81" id="28" name="Number7">
                <a:extLst>
                  <a:ext uri="{FF2B5EF4-FFF2-40B4-BE49-F238E27FC236}">
                    <a16:creationId id="{14B319F4-D82D-CDC9-BCB2-79042436DD7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517424" y="4226269"/>
                <a:ext cx="462524" cy="836361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DAC08"/>
                    </a:solidFill>
                    <a:latin typeface="Arial"/>
                  </a:rPr>
                  <a:t>7.</a:t>
                </a:r>
              </a:p>
            </p:txBody>
          </p:sp>
          <p:sp>
            <p:nvSpPr>
              <p:cNvPr descr="6b4d6749-adfb-42b3-8098-ed3d2a575ce4" id="30" name="Bullet7">
                <a:extLst>
                  <a:ext uri="{FF2B5EF4-FFF2-40B4-BE49-F238E27FC236}">
                    <a16:creationId id="{EF24E008-7292-2887-56DB-E9AC359CACB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979948" y="4226269"/>
                <a:ext cx="3538952" cy="8363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Sustainability Efforts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Post-War Modernism in the USA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f7e991d-c0da-4b58-b5fe-bb724fd2d8ed" id="13" name="c427ef89-6eb5-42b1-9dca-e3ceccd3de16.source.7.zh-Hans.pptx">
            <a:extLst>
              <a:ext uri="{FF2B5EF4-FFF2-40B4-BE49-F238E27FC236}">
                <a16:creationId id="{D88C23B8-2934-7526-3356-29A09686BE6D}"/>
              </a:ext>
            </a:extLst>
          </p:cNvPr>
          <p:cNvGrpSpPr/>
          <p:nvPr/>
        </p:nvGrpSpPr>
        <p:grpSpPr>
          <a:xfrm>
            <a:off x="0" y="1130297"/>
            <a:ext cx="12192000" cy="5727703"/>
            <a:chOff x="0" y="1130297"/>
            <a:chExt cx="12192000" cy="5727703"/>
          </a:xfrm>
        </p:grpSpPr>
        <p:sp>
          <p:nvSpPr>
            <p:cNvPr descr="3b0e2a65-41d4-4aca-8088-273cab7fb868" id="49" name="PictureMisc1">
              <a:extLst>
                <a:ext uri="{FF2B5EF4-FFF2-40B4-BE49-F238E27FC236}">
                  <a16:creationId id="{C460B2E0-CD76-9EC8-B2D9-EEB3D3DA0839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4400753"/>
              <a:ext cx="12192000" cy="2457247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50392" l="0" r="0" t="-13309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036f8a93-1831-4978-bfb1-f7ed637d04c0" id="2" name="c">
              <a:extLst>
                <a:ext uri="{FF2B5EF4-FFF2-40B4-BE49-F238E27FC236}">
                  <a16:creationId id="{F4C319D9-F549-9AAB-88CB-D1BA125A466D}"/>
                </a:ext>
              </a:extLst>
            </p:cNvPr>
            <p:cNvSpPr/>
            <p:nvPr/>
          </p:nvSpPr>
          <p:spPr>
            <a:xfrm flipH="false" flipV="false">
              <a:off x="666750" y="2019300"/>
              <a:ext cx="10858500" cy="4114800"/>
            </a:xfrm>
            <a:prstGeom prst="roundRect">
              <a:avLst>
                <a:gd fmla="val 1026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2">
                      <a:alpha val="50000"/>
                    </a:schemeClr>
                  </a:gs>
                  <a:gs pos="100000">
                    <a:schemeClr val="tx2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4a9ebd45-851c-49a5-b8ac-a5648878f32f" id="8" name="Title">
              <a:extLst>
                <a:ext uri="{FF2B5EF4-FFF2-40B4-BE49-F238E27FC236}">
                  <a16:creationId id="{589997B2-6017-2163-13F2-F3252162D432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297"/>
              <a:ext cx="10858500" cy="788611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4400" u="none">
                  <a:solidFill>
                    <a:srgbClr val="000000"/>
                  </a:solidFill>
                  <a:latin typeface="Arial"/>
                </a:rPr>
                <a:t>Recovery and Rebirth</a:t>
              </a:r>
            </a:p>
          </p:txBody>
        </p:sp>
        <p:grpSp>
          <p:nvGrpSpPr>
            <p:cNvPr descr="9331de70-f686-478c-b7fc-ea1242034707" id="16" name="组合 15">
              <a:extLst>
                <a:ext uri="{FF2B5EF4-FFF2-40B4-BE49-F238E27FC236}">
                  <a16:creationId id="{6598D200-B675-A070-388B-822001AF70ED}"/>
                </a:ext>
              </a:extLst>
            </p:cNvPr>
            <p:cNvGrpSpPr/>
            <p:nvPr/>
          </p:nvGrpSpPr>
          <p:grpSpPr>
            <a:xfrm>
              <a:off x="1159425" y="2284799"/>
              <a:ext cx="4507949" cy="676800"/>
              <a:chOff x="1159425" y="2284799"/>
              <a:chExt cx="4507949" cy="676800"/>
            </a:xfrm>
          </p:grpSpPr>
          <p:cxnSp>
            <p:nvCxnSpPr>
              <p:cNvPr descr="c01cc37a-e996-4467-8a98-8a7afadde537" id="6" name="Line1">
                <a:extLst>
                  <a:ext uri="{FF2B5EF4-FFF2-40B4-BE49-F238E27FC236}">
                    <a16:creationId id="{46CC235D-61C1-4B09-7AC6-4985E0149528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295885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d9d29c52-35a1-46f4-a758-4d5b9bb81d00" id="7" name="Number1">
                <a:extLst>
                  <a:ext uri="{FF2B5EF4-FFF2-40B4-BE49-F238E27FC236}">
                    <a16:creationId id="{338E1C1D-ECF9-BC07-EA4E-5274ABC189D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2284799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c3270b4b-7fa0-4211-8c13-d0b5cc5e382c" id="9" name="Bullet1">
                <a:extLst>
                  <a:ext uri="{FF2B5EF4-FFF2-40B4-BE49-F238E27FC236}">
                    <a16:creationId id="{F0AF1392-B5E9-DAD8-0F26-952D9F33084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2284801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Reconstruction Efforts</a:t>
                </a:r>
              </a:p>
            </p:txBody>
          </p:sp>
        </p:grpSp>
        <p:grpSp>
          <p:nvGrpSpPr>
            <p:cNvPr descr="ec42c4b2-47d1-4e02-805f-770894f6ffc4" id="17" name="组合 16">
              <a:extLst>
                <a:ext uri="{FF2B5EF4-FFF2-40B4-BE49-F238E27FC236}">
                  <a16:creationId id="{0D53928A-97BB-6150-C7FF-1A7C07502322}"/>
                </a:ext>
              </a:extLst>
            </p:cNvPr>
            <p:cNvGrpSpPr/>
            <p:nvPr/>
          </p:nvGrpSpPr>
          <p:grpSpPr>
            <a:xfrm>
              <a:off x="1159425" y="3252434"/>
              <a:ext cx="4507949" cy="676800"/>
              <a:chOff x="1159425" y="3252434"/>
              <a:chExt cx="4507949" cy="676800"/>
            </a:xfrm>
          </p:grpSpPr>
          <p:cxnSp>
            <p:nvCxnSpPr>
              <p:cNvPr descr="0b04620d-cc76-4d4d-9847-af54c7781bef" id="61" name="Line2">
                <a:extLst>
                  <a:ext uri="{FF2B5EF4-FFF2-40B4-BE49-F238E27FC236}">
                    <a16:creationId id="{8E148010-4B60-84A0-2885-5A03D59C2EFE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3926486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5f035d6e-da49-4dad-b145-c330921816e2" id="66" name="Number2">
                <a:extLst>
                  <a:ext uri="{FF2B5EF4-FFF2-40B4-BE49-F238E27FC236}">
                    <a16:creationId id="{73CEE08D-52A8-D62F-73EE-AFCBDD331A9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3252434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68eff7d7-b431-44fe-b634-901ebeef47dc" id="67" name="Bullet2">
                <a:extLst>
                  <a:ext uri="{FF2B5EF4-FFF2-40B4-BE49-F238E27FC236}">
                    <a16:creationId id="{A16A42F3-668C-5CD4-23BD-1DB3E3E756B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3252436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Welfare State Housing</a:t>
                </a:r>
              </a:p>
            </p:txBody>
          </p:sp>
        </p:grpSp>
        <p:grpSp>
          <p:nvGrpSpPr>
            <p:cNvPr descr="40f4c4af-4da7-40f2-8bb5-8b86a28a1ce8" id="18" name="组合 17">
              <a:extLst>
                <a:ext uri="{FF2B5EF4-FFF2-40B4-BE49-F238E27FC236}">
                  <a16:creationId id="{ECF75643-6D7A-360A-98CC-39DA586BA174}"/>
                </a:ext>
              </a:extLst>
            </p:cNvPr>
            <p:cNvGrpSpPr/>
            <p:nvPr/>
          </p:nvGrpSpPr>
          <p:grpSpPr>
            <a:xfrm>
              <a:off x="1159425" y="4220069"/>
              <a:ext cx="4507949" cy="676800"/>
              <a:chOff x="1159425" y="4220069"/>
              <a:chExt cx="4507949" cy="676800"/>
            </a:xfrm>
          </p:grpSpPr>
          <p:cxnSp>
            <p:nvCxnSpPr>
              <p:cNvPr descr="006bc3a6-22f8-4be7-9bf6-d82d7bdb4892" id="69" name="Line3">
                <a:extLst>
                  <a:ext uri="{FF2B5EF4-FFF2-40B4-BE49-F238E27FC236}">
                    <a16:creationId id="{B4AE1240-5065-096E-666A-DBC071826635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489412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ca90a569-4907-436f-a66c-355dec8974ee" id="70" name="Number3">
                <a:extLst>
                  <a:ext uri="{FF2B5EF4-FFF2-40B4-BE49-F238E27FC236}">
                    <a16:creationId id="{168CAA30-BF91-8E9E-8DE3-64FEB180F58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4220069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c91c64a9-1724-4f31-892e-3d8281b20dbe" id="71" name="Bullet3">
                <a:extLst>
                  <a:ext uri="{FF2B5EF4-FFF2-40B4-BE49-F238E27FC236}">
                    <a16:creationId id="{531B903D-C7E8-1F09-70D8-A730E14D4F3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4220071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Brutalist Architecture</a:t>
                </a:r>
              </a:p>
            </p:txBody>
          </p:sp>
        </p:grpSp>
        <p:grpSp>
          <p:nvGrpSpPr>
            <p:cNvPr descr="ebbefec8-547c-4f2d-aaf7-b58813d5a035" id="19" name="组合 18">
              <a:extLst>
                <a:ext uri="{FF2B5EF4-FFF2-40B4-BE49-F238E27FC236}">
                  <a16:creationId id="{B4A8A3F8-800E-047E-A563-AE364D316D70}"/>
                </a:ext>
              </a:extLst>
            </p:cNvPr>
            <p:cNvGrpSpPr/>
            <p:nvPr/>
          </p:nvGrpSpPr>
          <p:grpSpPr>
            <a:xfrm>
              <a:off x="1159425" y="5187705"/>
              <a:ext cx="4507949" cy="676800"/>
              <a:chOff x="1159425" y="5187705"/>
              <a:chExt cx="4507949" cy="676800"/>
            </a:xfrm>
          </p:grpSpPr>
          <p:cxnSp>
            <p:nvCxnSpPr>
              <p:cNvPr descr="5008db77-2a36-4bb2-b9a6-fa3953df99e0" id="73" name="Line4">
                <a:extLst>
                  <a:ext uri="{FF2B5EF4-FFF2-40B4-BE49-F238E27FC236}">
                    <a16:creationId id="{D6456894-3B95-104B-23E4-C408B403F99D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1724453" y="5861757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6f64a9f6-fba8-4dc3-9d89-048be5ef2c93" id="74" name="Number4">
                <a:extLst>
                  <a:ext uri="{FF2B5EF4-FFF2-40B4-BE49-F238E27FC236}">
                    <a16:creationId id="{826C06F9-A862-325A-3098-1F66803463D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59425" y="5187705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e4fa33bb-15ca-49fa-bdc6-a605fb63e6c2" id="75" name="Bullet4">
                <a:extLst>
                  <a:ext uri="{FF2B5EF4-FFF2-40B4-BE49-F238E27FC236}">
                    <a16:creationId id="{CD55F9EC-D031-9171-3947-49D10E9611C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947997" y="5187707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Scandinavian Designs</a:t>
                </a:r>
              </a:p>
            </p:txBody>
          </p:sp>
        </p:grpSp>
        <p:grpSp>
          <p:nvGrpSpPr>
            <p:cNvPr descr="ce1076a3-fcfe-4103-bf53-003de4c5f08d" id="20" name="组合 19">
              <a:extLst>
                <a:ext uri="{FF2B5EF4-FFF2-40B4-BE49-F238E27FC236}">
                  <a16:creationId id="{9EFED517-99E5-AE11-0AA1-34941D55D278}"/>
                </a:ext>
              </a:extLst>
            </p:cNvPr>
            <p:cNvGrpSpPr/>
            <p:nvPr/>
          </p:nvGrpSpPr>
          <p:grpSpPr>
            <a:xfrm>
              <a:off x="6524626" y="2284800"/>
              <a:ext cx="4507949" cy="676800"/>
              <a:chOff x="6524626" y="2284800"/>
              <a:chExt cx="4507949" cy="676800"/>
            </a:xfrm>
          </p:grpSpPr>
          <p:cxnSp>
            <p:nvCxnSpPr>
              <p:cNvPr descr="2b312d69-c0a6-4b35-ac35-99e7822ed425" id="139" name="Line5">
                <a:extLst>
                  <a:ext uri="{FF2B5EF4-FFF2-40B4-BE49-F238E27FC236}">
                    <a16:creationId id="{AA3E51BD-BFCD-CFEA-6282-C23EDD75A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2958851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0d3a27c3-d1d6-4f50-98d7-56863d269561" id="140" name="Number5">
                <a:extLst>
                  <a:ext uri="{FF2B5EF4-FFF2-40B4-BE49-F238E27FC236}">
                    <a16:creationId id="{67B7417F-4E37-1A49-2CDA-8CFC54A2B54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2284800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335354fd-1cb8-4fca-a55d-1dd370cc5bde" id="141" name="Bullet5">
                <a:extLst>
                  <a:ext uri="{FF2B5EF4-FFF2-40B4-BE49-F238E27FC236}">
                    <a16:creationId id="{2479DF93-1389-B531-0243-91D255257F1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2284802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European Urban Planning</a:t>
                </a:r>
              </a:p>
            </p:txBody>
          </p:sp>
        </p:grpSp>
        <p:grpSp>
          <p:nvGrpSpPr>
            <p:cNvPr descr="cd36e52e-158c-4b33-900d-ca32efe81fff" id="21" name="组合 20">
              <a:extLst>
                <a:ext uri="{FF2B5EF4-FFF2-40B4-BE49-F238E27FC236}">
                  <a16:creationId id="{A54A99AD-5B6B-8CEC-4DB0-561E75AC1BF7}"/>
                </a:ext>
              </a:extLst>
            </p:cNvPr>
            <p:cNvGrpSpPr/>
            <p:nvPr/>
          </p:nvGrpSpPr>
          <p:grpSpPr>
            <a:xfrm>
              <a:off x="6524626" y="3252435"/>
              <a:ext cx="4507949" cy="676800"/>
              <a:chOff x="6524626" y="3252435"/>
              <a:chExt cx="4507949" cy="676800"/>
            </a:xfrm>
          </p:grpSpPr>
          <p:cxnSp>
            <p:nvCxnSpPr>
              <p:cNvPr descr="e85f5e7b-54f7-422f-beea-3814a7cb5d8d" id="136" name="Line6">
                <a:extLst>
                  <a:ext uri="{FF2B5EF4-FFF2-40B4-BE49-F238E27FC236}">
                    <a16:creationId id="{81DD5910-FF78-8001-2EAC-6C82DFA44450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3926486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28cd9bc3-0637-4f0d-9f30-33ab072c6b73" id="137" name="Number6">
                <a:extLst>
                  <a:ext uri="{FF2B5EF4-FFF2-40B4-BE49-F238E27FC236}">
                    <a16:creationId id="{35965B9F-11E8-688B-8B10-6BD31913B67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3252435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bfd42ea8-afb8-419c-aba3-79a1eedf67da" id="138" name="Bullet6">
                <a:extLst>
                  <a:ext uri="{FF2B5EF4-FFF2-40B4-BE49-F238E27FC236}">
                    <a16:creationId id="{D28060D3-09DA-9E2F-5D22-7B8ED11F616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3252437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Modernist Cultural Centers</a:t>
                </a:r>
              </a:p>
            </p:txBody>
          </p:sp>
        </p:grpSp>
        <p:grpSp>
          <p:nvGrpSpPr>
            <p:cNvPr descr="91f2873d-82fb-42c1-b6e0-a7932d7efc6c" id="22" name="组合 21">
              <a:extLst>
                <a:ext uri="{FF2B5EF4-FFF2-40B4-BE49-F238E27FC236}">
                  <a16:creationId id="{D8694973-AB1E-95C4-615F-B880DC446CC8}"/>
                </a:ext>
              </a:extLst>
            </p:cNvPr>
            <p:cNvGrpSpPr/>
            <p:nvPr/>
          </p:nvGrpSpPr>
          <p:grpSpPr>
            <a:xfrm>
              <a:off x="6524626" y="4220070"/>
              <a:ext cx="4507949" cy="676800"/>
              <a:chOff x="6524626" y="4220070"/>
              <a:chExt cx="4507949" cy="676800"/>
            </a:xfrm>
          </p:grpSpPr>
          <p:cxnSp>
            <p:nvCxnSpPr>
              <p:cNvPr descr="d596b032-63fc-45b5-9ae5-3f6a6091260f" id="133" name="Line7">
                <a:extLst>
                  <a:ext uri="{FF2B5EF4-FFF2-40B4-BE49-F238E27FC236}">
                    <a16:creationId id="{5276F45B-0AA3-F155-C1D9-FF5BF81E01F7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7089654" y="4894122"/>
                <a:ext cx="3942921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9555bcc2-b1ce-4712-b496-36a310a004d9" id="134" name="Number7">
                <a:extLst>
                  <a:ext uri="{FF2B5EF4-FFF2-40B4-BE49-F238E27FC236}">
                    <a16:creationId id="{880BB039-A77D-75EB-882D-F243FC6B26E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524626" y="4220070"/>
                <a:ext cx="676800" cy="676800"/>
              </a:xfrm>
              <a:prstGeom prst="roundRect">
                <a:avLst>
                  <a:gd fmla="val 7147" name="adj"/>
                </a:avLst>
              </a:prstGeom>
              <a:solidFill>
                <a:schemeClr val="accent1">
                  <a:lumMod val="100000"/>
                </a:schemeClr>
              </a:solidFill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7</a:t>
                </a:r>
              </a:p>
            </p:txBody>
          </p:sp>
          <p:sp>
            <p:nvSpPr>
              <p:cNvPr descr="cff96866-9114-4d39-a549-ab656e156c07" id="135" name="Bullet7">
                <a:extLst>
                  <a:ext uri="{FF2B5EF4-FFF2-40B4-BE49-F238E27FC236}">
                    <a16:creationId id="{8B6201AD-B67E-B1C5-6568-234291F3FF5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313198" y="4220072"/>
                <a:ext cx="3719377" cy="67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Sustainable Building Practices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Post-War Modernism in Europe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Regional Variations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Global Interpretations of Modernism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8d1414bc-ed82-4efc-8b82-07cf03234c5a" id="17" name="e998dd2e-73ce-4a4f-99bd-880e29ce5ab7.source.7.zh-Hans.pptx">
            <a:extLst>
              <a:ext uri="{FF2B5EF4-FFF2-40B4-BE49-F238E27FC236}">
                <a16:creationId id="{D6C724F9-A11D-BF43-E836-B8EA8E5A6027}"/>
              </a:ext>
            </a:extLst>
          </p:cNvPr>
          <p:cNvGrpSpPr/>
          <p:nvPr/>
        </p:nvGrpSpPr>
        <p:grpSpPr>
          <a:xfrm>
            <a:off x="0" y="1130300"/>
            <a:ext cx="11518900" cy="5003800"/>
            <a:chOff x="0" y="1130300"/>
            <a:chExt cx="11518900" cy="5003800"/>
          </a:xfrm>
        </p:grpSpPr>
        <p:sp>
          <p:nvSpPr>
            <p:cNvPr descr="1bd22628-322e-4ef5-8253-51b47b907105" id="187" name="Title">
              <a:extLst>
                <a:ext uri="{FF2B5EF4-FFF2-40B4-BE49-F238E27FC236}">
                  <a16:creationId id="{846C7C67-D7E1-3F3C-0064-F0249C907697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6750" y="1130300"/>
              <a:ext cx="3268604" cy="1290664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4400" u="none">
                  <a:solidFill>
                    <a:srgbClr val="000000"/>
                  </a:solidFill>
                  <a:latin typeface="Arial"/>
                </a:rPr>
                <a:t>Adaptation to Climate</a:t>
              </a:r>
            </a:p>
          </p:txBody>
        </p:sp>
        <p:grpSp>
          <p:nvGrpSpPr>
            <p:cNvPr descr="42099064-45fb-4b1e-8029-b8de77e37746" id="4" name="组合 3">
              <a:extLst>
                <a:ext uri="{FF2B5EF4-FFF2-40B4-BE49-F238E27FC236}">
                  <a16:creationId id="{0660E110-9BB2-8F21-D7EF-F3307E1114A5}"/>
                </a:ext>
              </a:extLst>
            </p:cNvPr>
            <p:cNvGrpSpPr/>
            <p:nvPr/>
          </p:nvGrpSpPr>
          <p:grpSpPr>
            <a:xfrm>
              <a:off x="0" y="1130300"/>
              <a:ext cx="7747210" cy="5003800"/>
              <a:chOff x="0" y="1130300"/>
              <a:chExt cx="7747210" cy="5003800"/>
            </a:xfrm>
          </p:grpSpPr>
          <p:sp>
            <p:nvSpPr>
              <p:cNvPr descr="339bc8b4-567d-44dc-924c-021f3fa96f64" id="218" name="PictureMisc1">
                <a:extLst>
                  <a:ext uri="{FF2B5EF4-FFF2-40B4-BE49-F238E27FC236}">
                    <a16:creationId id="{36920EAE-0E30-B044-CE48-42A75A089888}"/>
                  </a:ext>
                </a:extLst>
              </p:cNvPr>
              <p:cNvSpPr/>
              <p:nvPr/>
            </p:nvSpPr>
            <p:spPr>
              <a:xfrm flipH="false" flipV="false">
                <a:off x="0" y="2535493"/>
                <a:ext cx="3749002" cy="3598607"/>
              </a:xfrm>
              <a:custGeom>
                <a:avLst/>
                <a:gdLst>
                  <a:gd fmla="*/ 0 w 3749002" name="connsiteX0"/>
                  <a:gd fmla="*/ 0 h 3598607" name="connsiteY0"/>
                  <a:gd fmla="*/ 187283 w 3749002" name="connsiteX1"/>
                  <a:gd fmla="*/ 0 h 3598607" name="connsiteY1"/>
                  <a:gd fmla="*/ 2735086 w 3749002" name="connsiteX2"/>
                  <a:gd fmla="*/ 0 h 3598607" name="connsiteY2"/>
                  <a:gd fmla="*/ 3749002 w 3749002" name="connsiteX3"/>
                  <a:gd fmla="*/ 0 h 3598607" name="connsiteY3"/>
                  <a:gd fmla="*/ 3288740 w 3749002" name="connsiteX4"/>
                  <a:gd fmla="*/ 3598607 h 3598607" name="connsiteY4"/>
                  <a:gd fmla="*/ 2274824 w 3749002" name="connsiteX5"/>
                  <a:gd fmla="*/ 3598607 h 3598607" name="connsiteY5"/>
                  <a:gd fmla="*/ 0 w 3749002" name="connsiteX6"/>
                  <a:gd fmla="*/ 3598607 h 3598607" name="connsiteY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b="b" l="l" r="r" t="t"/>
                <a:pathLst>
                  <a:path h="3598607" w="3749002">
                    <a:moveTo>
                      <a:pt x="0" y="0"/>
                    </a:moveTo>
                    <a:lnTo>
                      <a:pt x="187283" y="0"/>
                    </a:lnTo>
                    <a:lnTo>
                      <a:pt x="2735086" y="0"/>
                    </a:lnTo>
                    <a:lnTo>
                      <a:pt x="3749002" y="0"/>
                    </a:lnTo>
                    <a:lnTo>
                      <a:pt x="3288740" y="3598607"/>
                    </a:lnTo>
                    <a:lnTo>
                      <a:pt x="2274824" y="3598607"/>
                    </a:lnTo>
                    <a:lnTo>
                      <a:pt x="0" y="3598607"/>
                    </a:lnTo>
                    <a:close/>
                  </a:path>
                </a:pathLst>
              </a:custGeom>
              <a:blipFill rotWithShape="true">
                <a:blip r:embed="rId5">
                  <a:extLst>
                    <a:ext uri="{BEBA8EAE-BF5A-486C-A8C5-ECC9F3942E4B}">
                      <a14:imgProps>
                        <a14:imgLayer r:embed="rId5">
                          <a14:imgEffect>
                            <a14:brightnessContrast bright="1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b="-7002" l="-31057" r="-105576" t="-573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/>
              <a:p>
                <a:pPr algn="ctr"/>
              </a:p>
            </p:txBody>
          </p:sp>
          <p:sp>
            <p:nvSpPr>
              <p:cNvPr descr="79e83cca-6191-40ab-829e-ddaf33fd9bca" id="2" name="Number1">
                <a:extLst>
                  <a:ext uri="{FF2B5EF4-FFF2-40B4-BE49-F238E27FC236}">
                    <a16:creationId id="{0AE988D0-C953-69CD-C106-63F1E6600FC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473467" y="1228551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31948c1e-0fc4-412f-bcf7-a9b74fd00b54" id="37" name="Bullet1">
                <a:extLst>
                  <a:ext uri="{FF2B5EF4-FFF2-40B4-BE49-F238E27FC236}">
                    <a16:creationId id="{E938D8E2-D660-A274-D59F-BA5F95A4357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999499" y="1228551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Latin America's Influence</a:t>
                </a:r>
              </a:p>
            </p:txBody>
          </p:sp>
          <p:sp>
            <p:nvSpPr>
              <p:cNvPr descr="24749d3f-90fc-4c28-9e61-f308dd374d7c" id="41" name="ComponentBackground1">
                <a:extLst>
                  <a:ext uri="{FF2B5EF4-FFF2-40B4-BE49-F238E27FC236}">
                    <a16:creationId id="{3773A524-CBCF-19B7-2279-4BD68C15F050}"/>
                  </a:ext>
                </a:extLst>
              </p:cNvPr>
              <p:cNvSpPr/>
              <p:nvPr/>
            </p:nvSpPr>
            <p:spPr>
              <a:xfrm flipH="false" flipV="false">
                <a:off x="4163314" y="1130300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75fea1d8-3d7e-4722-bc41-4f705a0581dc" id="10" name="Shape1">
                <a:extLst>
                  <a:ext uri="{FF2B5EF4-FFF2-40B4-BE49-F238E27FC236}">
                    <a16:creationId id="{AF423CED-21E7-2D16-CC92-A5ED1FF4D066}"/>
                  </a:ext>
                </a:extLst>
              </p:cNvPr>
              <p:cNvSpPr/>
              <p:nvPr/>
            </p:nvSpPr>
            <p:spPr>
              <a:xfrm flipH="false" flipV="false">
                <a:off x="4159288" y="1401414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459e8866-d4a7-4532-a768-c34fb36cbf89" id="5" name="组合 4">
              <a:extLst>
                <a:ext uri="{FF2B5EF4-FFF2-40B4-BE49-F238E27FC236}">
                  <a16:creationId id="{9190C28C-1C98-FB83-EA89-F99487C7BA1D}"/>
                </a:ext>
              </a:extLst>
            </p:cNvPr>
            <p:cNvGrpSpPr/>
            <p:nvPr/>
          </p:nvGrpSpPr>
          <p:grpSpPr>
            <a:xfrm>
              <a:off x="3989361" y="2420964"/>
              <a:ext cx="3587922" cy="1131807"/>
              <a:chOff x="3989361" y="2420964"/>
              <a:chExt cx="3587922" cy="1131807"/>
            </a:xfrm>
          </p:grpSpPr>
          <p:sp>
            <p:nvSpPr>
              <p:cNvPr descr="d94e6892-1514-482c-b05c-03ed431a3a9b" id="134" name="Number2">
                <a:extLst>
                  <a:ext uri="{FF2B5EF4-FFF2-40B4-BE49-F238E27FC236}">
                    <a16:creationId id="{B6B278E2-3F4B-FF74-54D2-76276352E84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303540" y="2519215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descr="daca9ccb-e2fd-46da-80ff-cd691df8428f" id="135" name="Bullet2">
                <a:extLst>
                  <a:ext uri="{FF2B5EF4-FFF2-40B4-BE49-F238E27FC236}">
                    <a16:creationId id="{433491E5-3507-6994-B636-69E80D1BFC2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829572" y="2519215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Regional Materials</a:t>
                </a:r>
              </a:p>
            </p:txBody>
          </p:sp>
          <p:sp>
            <p:nvSpPr>
              <p:cNvPr descr="04124c37-4f45-40ad-a204-6d913f532253" id="132" name="ComponentBackground2">
                <a:extLst>
                  <a:ext uri="{FF2B5EF4-FFF2-40B4-BE49-F238E27FC236}">
                    <a16:creationId id="{642675BD-B383-BB45-2859-A28939C2AA04}"/>
                  </a:ext>
                </a:extLst>
              </p:cNvPr>
              <p:cNvSpPr/>
              <p:nvPr/>
            </p:nvSpPr>
            <p:spPr>
              <a:xfrm flipH="false" flipV="false">
                <a:off x="3993387" y="2420964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9ebaede5-ff37-4b68-95d7-30f58af330d3" id="133" name="Shape2">
                <a:extLst>
                  <a:ext uri="{FF2B5EF4-FFF2-40B4-BE49-F238E27FC236}">
                    <a16:creationId id="{2BD4D441-7156-B0AD-F87B-8FEB401974BD}"/>
                  </a:ext>
                </a:extLst>
              </p:cNvPr>
              <p:cNvSpPr/>
              <p:nvPr/>
            </p:nvSpPr>
            <p:spPr>
              <a:xfrm flipH="false" flipV="false">
                <a:off x="3989361" y="2692078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0ea05e58-c74c-4187-bdbc-9134bcddb00d" id="6" name="组合 5">
              <a:extLst>
                <a:ext uri="{FF2B5EF4-FFF2-40B4-BE49-F238E27FC236}">
                  <a16:creationId id="{91D0B071-EC02-986B-91E9-58A9D0A0DE54}"/>
                </a:ext>
              </a:extLst>
            </p:cNvPr>
            <p:cNvGrpSpPr/>
            <p:nvPr/>
          </p:nvGrpSpPr>
          <p:grpSpPr>
            <a:xfrm>
              <a:off x="3819435" y="3711628"/>
              <a:ext cx="3587922" cy="1131807"/>
              <a:chOff x="3819435" y="3711628"/>
              <a:chExt cx="3587922" cy="1131807"/>
            </a:xfrm>
          </p:grpSpPr>
          <p:sp>
            <p:nvSpPr>
              <p:cNvPr descr="c4e57b9e-b988-47a8-974b-af73992f5674" id="152" name="Number3">
                <a:extLst>
                  <a:ext uri="{FF2B5EF4-FFF2-40B4-BE49-F238E27FC236}">
                    <a16:creationId id="{3CBF0EDB-15A5-9F33-8429-35CAE12F153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133614" y="3809879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3.</a:t>
                </a:r>
              </a:p>
            </p:txBody>
          </p:sp>
          <p:sp>
            <p:nvSpPr>
              <p:cNvPr descr="9d4e69e4-c4ae-46cc-bb6a-549ef1c26226" id="153" name="Bullet3">
                <a:extLst>
                  <a:ext uri="{FF2B5EF4-FFF2-40B4-BE49-F238E27FC236}">
                    <a16:creationId id="{EAAC8701-7C78-FFC6-8C08-9D54753F4C9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659646" y="3809879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Climate Responsive Design</a:t>
                </a:r>
              </a:p>
            </p:txBody>
          </p:sp>
          <p:sp>
            <p:nvSpPr>
              <p:cNvPr descr="2ab3c482-02af-402d-ac77-ab18643f839e" id="150" name="ComponentBackground3">
                <a:extLst>
                  <a:ext uri="{FF2B5EF4-FFF2-40B4-BE49-F238E27FC236}">
                    <a16:creationId id="{774E05A5-69CA-4FE8-73DF-FE85A63A7371}"/>
                  </a:ext>
                </a:extLst>
              </p:cNvPr>
              <p:cNvSpPr/>
              <p:nvPr/>
            </p:nvSpPr>
            <p:spPr>
              <a:xfrm flipH="false" flipV="false">
                <a:off x="3823461" y="3711628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d583b5f8-a47f-4e7a-a3d6-79a7298903ff" id="151" name="Shape3">
                <a:extLst>
                  <a:ext uri="{FF2B5EF4-FFF2-40B4-BE49-F238E27FC236}">
                    <a16:creationId id="{5FA3D78C-508F-41EF-439B-DF295D682387}"/>
                  </a:ext>
                </a:extLst>
              </p:cNvPr>
              <p:cNvSpPr/>
              <p:nvPr/>
            </p:nvSpPr>
            <p:spPr>
              <a:xfrm flipH="false" flipV="false">
                <a:off x="3819435" y="3982742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ca491c88-85ac-4d60-83bf-471c1b6737e1" id="7" name="组合 6">
              <a:extLst>
                <a:ext uri="{FF2B5EF4-FFF2-40B4-BE49-F238E27FC236}">
                  <a16:creationId id="{B302A011-2F69-ED2B-F620-8E96E6F1AA1D}"/>
                </a:ext>
              </a:extLst>
            </p:cNvPr>
            <p:cNvGrpSpPr/>
            <p:nvPr/>
          </p:nvGrpSpPr>
          <p:grpSpPr>
            <a:xfrm>
              <a:off x="3649509" y="5002293"/>
              <a:ext cx="3587922" cy="1131807"/>
              <a:chOff x="3649509" y="5002293"/>
              <a:chExt cx="3587922" cy="1131807"/>
            </a:xfrm>
          </p:grpSpPr>
          <p:sp>
            <p:nvSpPr>
              <p:cNvPr descr="71b48ed0-aab5-4ea2-a41b-83bcd96c5e30" id="158" name="Number4">
                <a:extLst>
                  <a:ext uri="{FF2B5EF4-FFF2-40B4-BE49-F238E27FC236}">
                    <a16:creationId id="{90AA1AB3-6CCB-61F3-A448-4050A32F397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963688" y="5100544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4.</a:t>
                </a:r>
              </a:p>
            </p:txBody>
          </p:sp>
          <p:sp>
            <p:nvSpPr>
              <p:cNvPr descr="9e22ead9-1f2c-4353-a16a-0e931e0a2e56" id="159" name="Bullet4">
                <a:extLst>
                  <a:ext uri="{FF2B5EF4-FFF2-40B4-BE49-F238E27FC236}">
                    <a16:creationId id="{E64976C4-8D09-840E-32C6-4485B25CD96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4489720" y="5100544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Iconic Architects</a:t>
                </a:r>
              </a:p>
            </p:txBody>
          </p:sp>
          <p:sp>
            <p:nvSpPr>
              <p:cNvPr descr="c98a0b86-e546-4bfd-902f-77cc3aae79d4" id="156" name="ComponentBackground4">
                <a:extLst>
                  <a:ext uri="{FF2B5EF4-FFF2-40B4-BE49-F238E27FC236}">
                    <a16:creationId id="{7EA24AE2-2574-4FC2-7F97-9D441D540AA5}"/>
                  </a:ext>
                </a:extLst>
              </p:cNvPr>
              <p:cNvSpPr/>
              <p:nvPr/>
            </p:nvSpPr>
            <p:spPr>
              <a:xfrm flipH="false" flipV="false">
                <a:off x="3653535" y="5002293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7a95ba56-43e3-424c-b711-e320f069461e" id="157" name="Shape4">
                <a:extLst>
                  <a:ext uri="{FF2B5EF4-FFF2-40B4-BE49-F238E27FC236}">
                    <a16:creationId id="{40BE7B8B-6FFC-D1DE-F7E0-B6918138D8F6}"/>
                  </a:ext>
                </a:extLst>
              </p:cNvPr>
              <p:cNvSpPr/>
              <p:nvPr/>
            </p:nvSpPr>
            <p:spPr>
              <a:xfrm flipH="false" flipV="false">
                <a:off x="3649509" y="5273407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8d424430-8fc9-4a49-be73-56d9e1963993" id="8" name="组合 7">
              <a:extLst>
                <a:ext uri="{FF2B5EF4-FFF2-40B4-BE49-F238E27FC236}">
                  <a16:creationId id="{25404F93-D8FC-7A23-E695-37E4F009E561}"/>
                </a:ext>
              </a:extLst>
            </p:cNvPr>
            <p:cNvGrpSpPr/>
            <p:nvPr/>
          </p:nvGrpSpPr>
          <p:grpSpPr>
            <a:xfrm>
              <a:off x="7930978" y="1775633"/>
              <a:ext cx="3587922" cy="1131807"/>
              <a:chOff x="7930978" y="1775633"/>
              <a:chExt cx="3587922" cy="1131807"/>
            </a:xfrm>
          </p:grpSpPr>
          <p:sp>
            <p:nvSpPr>
              <p:cNvPr descr="0edcdc06-4f60-4c4c-b601-e65073a4a632" id="212" name="Number5">
                <a:extLst>
                  <a:ext uri="{FF2B5EF4-FFF2-40B4-BE49-F238E27FC236}">
                    <a16:creationId id="{14A9BCBE-3199-C3B0-7E27-EBFBEC84AAE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45157" y="1873884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5.</a:t>
                </a:r>
              </a:p>
            </p:txBody>
          </p:sp>
          <p:sp>
            <p:nvSpPr>
              <p:cNvPr descr="798d2bbb-ad7d-42b3-8d09-4d47e174ec6f" id="213" name="Bullet5">
                <a:extLst>
                  <a:ext uri="{FF2B5EF4-FFF2-40B4-BE49-F238E27FC236}">
                    <a16:creationId id="{7219D019-B9EF-D929-DD45-20F6866ABEA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771189" y="1873884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Cultural Syncretism</a:t>
                </a:r>
              </a:p>
            </p:txBody>
          </p:sp>
          <p:sp>
            <p:nvSpPr>
              <p:cNvPr descr="faf83b99-5918-4768-a7ba-80ebed4f989a" id="210" name="ComponentBackground5">
                <a:extLst>
                  <a:ext uri="{FF2B5EF4-FFF2-40B4-BE49-F238E27FC236}">
                    <a16:creationId id="{B13C74AB-305A-E804-C372-690DABEEEEBF}"/>
                  </a:ext>
                </a:extLst>
              </p:cNvPr>
              <p:cNvSpPr/>
              <p:nvPr/>
            </p:nvSpPr>
            <p:spPr>
              <a:xfrm flipH="false" flipV="false">
                <a:off x="7935004" y="1775633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ee261ba0-f94d-421e-9a2d-686149ae8394" id="211" name="Shape5">
                <a:extLst>
                  <a:ext uri="{FF2B5EF4-FFF2-40B4-BE49-F238E27FC236}">
                    <a16:creationId id="{BAA11E13-970A-3C37-0300-BA44038D8211}"/>
                  </a:ext>
                </a:extLst>
              </p:cNvPr>
              <p:cNvSpPr/>
              <p:nvPr/>
            </p:nvSpPr>
            <p:spPr>
              <a:xfrm flipH="false" flipV="false">
                <a:off x="7930978" y="2046747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ca31e53a-0fc7-4a84-988d-abeb67ae173e" id="9" name="组合 8">
              <a:extLst>
                <a:ext uri="{FF2B5EF4-FFF2-40B4-BE49-F238E27FC236}">
                  <a16:creationId id="{D152A94B-BF9E-14F6-8B41-105FBC3E8592}"/>
                </a:ext>
              </a:extLst>
            </p:cNvPr>
            <p:cNvGrpSpPr/>
            <p:nvPr/>
          </p:nvGrpSpPr>
          <p:grpSpPr>
            <a:xfrm>
              <a:off x="7761051" y="3066297"/>
              <a:ext cx="3587922" cy="1131807"/>
              <a:chOff x="7761051" y="3066297"/>
              <a:chExt cx="3587922" cy="1131807"/>
            </a:xfrm>
          </p:grpSpPr>
          <p:sp>
            <p:nvSpPr>
              <p:cNvPr descr="ed2e5d32-0a89-43a5-8980-2327b6ee22fd" id="207" name="Number6">
                <a:extLst>
                  <a:ext uri="{FF2B5EF4-FFF2-40B4-BE49-F238E27FC236}">
                    <a16:creationId id="{8B43F755-66F5-ED8C-E6A3-F1AADC813F0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075230" y="3164548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6.</a:t>
                </a:r>
              </a:p>
            </p:txBody>
          </p:sp>
          <p:sp>
            <p:nvSpPr>
              <p:cNvPr descr="723042fd-4360-44d9-8a19-c0fcc6be466d" id="208" name="Bullet6">
                <a:extLst>
                  <a:ext uri="{FF2B5EF4-FFF2-40B4-BE49-F238E27FC236}">
                    <a16:creationId id="{0A927F75-1A4A-5BD3-CD7B-1A4AB90E246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601262" y="3164548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Sustainable Practices</a:t>
                </a:r>
              </a:p>
            </p:txBody>
          </p:sp>
          <p:sp>
            <p:nvSpPr>
              <p:cNvPr descr="13ed6bc6-dc5c-4fa3-bbda-41cd8f20dd1b" id="205" name="ComponentBackground6">
                <a:extLst>
                  <a:ext uri="{FF2B5EF4-FFF2-40B4-BE49-F238E27FC236}">
                    <a16:creationId id="{18CDAC06-DFBA-9453-394E-4F9B39C2145A}"/>
                  </a:ext>
                </a:extLst>
              </p:cNvPr>
              <p:cNvSpPr/>
              <p:nvPr/>
            </p:nvSpPr>
            <p:spPr>
              <a:xfrm flipH="false" flipV="false">
                <a:off x="7765077" y="3066297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82abf1c2-5eab-40c3-92c5-16f85fb6cc0f" id="206" name="Shape6">
                <a:extLst>
                  <a:ext uri="{FF2B5EF4-FFF2-40B4-BE49-F238E27FC236}">
                    <a16:creationId id="{76B1E1AF-B9B3-C5C0-36D8-F8D6E39690DD}"/>
                  </a:ext>
                </a:extLst>
              </p:cNvPr>
              <p:cNvSpPr/>
              <p:nvPr/>
            </p:nvSpPr>
            <p:spPr>
              <a:xfrm flipH="false" flipV="false">
                <a:off x="7761051" y="3337411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86929155-1ebc-4cf2-99d8-464079f827f7" id="11" name="组合 10">
              <a:extLst>
                <a:ext uri="{FF2B5EF4-FFF2-40B4-BE49-F238E27FC236}">
                  <a16:creationId id="{317B77F1-821B-D156-345A-7860C1E23ECD}"/>
                </a:ext>
              </a:extLst>
            </p:cNvPr>
            <p:cNvGrpSpPr/>
            <p:nvPr/>
          </p:nvGrpSpPr>
          <p:grpSpPr>
            <a:xfrm>
              <a:off x="7591125" y="4356961"/>
              <a:ext cx="3587922" cy="1131807"/>
              <a:chOff x="7591125" y="4356961"/>
              <a:chExt cx="3587922" cy="1131807"/>
            </a:xfrm>
          </p:grpSpPr>
          <p:sp>
            <p:nvSpPr>
              <p:cNvPr descr="850c2a60-8b25-44f3-8cf9-77e6277b85bf" id="202" name="Number7">
                <a:extLst>
                  <a:ext uri="{FF2B5EF4-FFF2-40B4-BE49-F238E27FC236}">
                    <a16:creationId id="{2796FFB5-693B-67B0-0EEB-CA10657C2BF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905304" y="4455212"/>
                <a:ext cx="526032" cy="935303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true" lang="en-US" sz="1800" u="none">
                    <a:solidFill>
                      <a:srgbClr val="FDAC08"/>
                    </a:solidFill>
                    <a:latin typeface="Arial"/>
                  </a:rPr>
                  <a:t>7.</a:t>
                </a:r>
              </a:p>
            </p:txBody>
          </p:sp>
          <p:sp>
            <p:nvSpPr>
              <p:cNvPr descr="a27433db-55ec-4555-af06-8dc52114d33a" id="203" name="Bullet7">
                <a:extLst>
                  <a:ext uri="{FF2B5EF4-FFF2-40B4-BE49-F238E27FC236}">
                    <a16:creationId id="{6AB85112-8FE5-8D5D-C8FF-7E1A77D2AA2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431336" y="4455212"/>
                <a:ext cx="2437558" cy="935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b="1" sz="24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Urban Planning Innovations</a:t>
                </a:r>
              </a:p>
            </p:txBody>
          </p:sp>
          <p:sp>
            <p:nvSpPr>
              <p:cNvPr descr="0a26370e-ca9c-4f75-b425-f2d8de7b75b6" id="200" name="ComponentBackground7">
                <a:extLst>
                  <a:ext uri="{FF2B5EF4-FFF2-40B4-BE49-F238E27FC236}">
                    <a16:creationId id="{356D2DBA-C5C5-DD23-A5EF-7A327E9F468A}"/>
                  </a:ext>
                </a:extLst>
              </p:cNvPr>
              <p:cNvSpPr/>
              <p:nvPr/>
            </p:nvSpPr>
            <p:spPr>
              <a:xfrm flipH="false" flipV="false">
                <a:off x="7595151" y="4356961"/>
                <a:ext cx="3583896" cy="1131807"/>
              </a:xfrm>
              <a:prstGeom prst="parallelogram">
                <a:avLst>
                  <a:gd fmla="val 12852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e12f1679-1c66-4a43-a3bc-341d7966161e" id="201" name="Shape7">
                <a:extLst>
                  <a:ext uri="{FF2B5EF4-FFF2-40B4-BE49-F238E27FC236}">
                    <a16:creationId id="{A8A1B4D3-5D3E-C3AA-6D05-C85C97122A17}"/>
                  </a:ext>
                </a:extLst>
              </p:cNvPr>
              <p:cNvSpPr/>
              <p:nvPr/>
            </p:nvSpPr>
            <p:spPr>
              <a:xfrm flipH="false" flipV="false">
                <a:off x="7591125" y="4628075"/>
                <a:ext cx="115918" cy="589577"/>
              </a:xfrm>
              <a:prstGeom prst="parallelogram">
                <a:avLst>
                  <a:gd fmla="val 66076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Tropical Modernism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1a74d80-4469-4dc7-b7c8-fef19c918aae" id="7" name="d65e494b-9136-45a7-9749-424124bf515c.source.7.zh-Hans.pptx">
            <a:extLst>
              <a:ext uri="{FF2B5EF4-FFF2-40B4-BE49-F238E27FC236}">
                <a16:creationId id="{CD7E6934-F87F-37FF-5CBB-3C650C3289F2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grpSp>
          <p:nvGrpSpPr>
            <p:cNvPr descr="9b15743a-5f77-4165-a1cb-1a4e56a9374c" id="2" name="组合 1">
              <a:extLst>
                <a:ext uri="{FF2B5EF4-FFF2-40B4-BE49-F238E27FC236}">
                  <a16:creationId id="{FEF467DB-3FAD-FA0D-BF5C-DFCCEB71AC18}"/>
                </a:ext>
              </a:extLst>
            </p:cNvPr>
            <p:cNvGrpSpPr/>
            <p:nvPr/>
          </p:nvGrpSpPr>
          <p:grpSpPr>
            <a:xfrm>
              <a:off x="0" y="0"/>
              <a:ext cx="12192001" cy="6858000"/>
              <a:chOff x="0" y="0"/>
              <a:chExt cx="12192001" cy="6858000"/>
            </a:xfrm>
          </p:grpSpPr>
          <p:sp>
            <p:nvSpPr>
              <p:cNvPr descr="5db26fa2-bc20-4fc1-ad06-d92cdfceb343" id="3" name="矩形: 圆角 4">
                <a:extLst>
                  <a:ext uri="{FF2B5EF4-FFF2-40B4-BE49-F238E27FC236}">
                    <a16:creationId id="{EB50BE23-A105-8E21-E15C-6C2895A0B9B8}"/>
                  </a:ext>
                </a:extLst>
              </p:cNvPr>
              <p:cNvSpPr/>
              <p:nvPr/>
            </p:nvSpPr>
            <p:spPr>
              <a:xfrm flipH="false" flipV="false">
                <a:off x="0" y="0"/>
                <a:ext cx="12192001" cy="6858000"/>
              </a:xfrm>
              <a:prstGeom prst="roundRect">
                <a:avLst>
                  <a:gd fmla="val 0" name="adj"/>
                </a:avLst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523bb8d8-304d-4388-b86f-d1f43bb718b0" id="4" name="矩形 3">
                <a:extLst>
                  <a:ext uri="{FF2B5EF4-FFF2-40B4-BE49-F238E27FC236}">
                    <a16:creationId id="{1C1C7F9E-4825-FD10-F34F-3E3D37239ED6}"/>
                  </a:ext>
                </a:extLst>
              </p:cNvPr>
              <p:cNvSpPr/>
              <p:nvPr/>
            </p:nvSpPr>
            <p:spPr>
              <a:xfrm flipH="false" flipV="false">
                <a:off x="0" y="0"/>
                <a:ext cx="253900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162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Autofit/>
              </a:bodyPr>
              <a:lstStyle/>
              <a:p>
                <a:pPr algn="ctr"/>
              </a:p>
            </p:txBody>
          </p:sp>
        </p:grpSp>
        <p:grpSp>
          <p:nvGrpSpPr>
            <p:cNvPr descr="a4283eaf-13bb-4ba6-8fe3-8419004adeb4" id="6" name="组合 5">
              <a:extLst>
                <a:ext uri="{FF2B5EF4-FFF2-40B4-BE49-F238E27FC236}">
                  <a16:creationId id="{A2EA8025-4DD2-94FD-7D34-841032DD4874}"/>
                </a:ext>
              </a:extLst>
            </p:cNvPr>
            <p:cNvGrpSpPr/>
            <p:nvPr/>
          </p:nvGrpSpPr>
          <p:grpSpPr>
            <a:xfrm>
              <a:off x="660400" y="0"/>
              <a:ext cx="10858500" cy="6330418"/>
              <a:chOff x="660400" y="0"/>
              <a:chExt cx="10858500" cy="6330418"/>
            </a:xfrm>
          </p:grpSpPr>
          <p:grpSp>
            <p:nvGrpSpPr>
              <p:cNvPr descr="0aa456eb-d854-4198-8ff6-5ba4f1ade26c" id="150" name="组合 149">
                <a:extLst>
                  <a:ext uri="{FF2B5EF4-FFF2-40B4-BE49-F238E27FC236}">
                    <a16:creationId id="{43E6EB7C-6A63-A97F-2778-AC1866E3B66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1536533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9cd2923b-8d1e-4c12-b372-f0eca986805a" id="179" name="ComponentBackground1">
                  <a:extLst>
                    <a:ext uri="{FF2B5EF4-FFF2-40B4-BE49-F238E27FC236}">
                      <a16:creationId id="{01A0DAC1-1A7F-7FC3-3272-36F14650B58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98232dd5-e8c4-4b8f-bc58-af06ae16641d" id="180" name="Bullet1">
                  <a:extLst>
                    <a:ext uri="{FF2B5EF4-FFF2-40B4-BE49-F238E27FC236}">
                      <a16:creationId id="{AEA74464-89EA-8878-3862-07E8107CA09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74077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Japanese Metabolism</a:t>
                  </a:r>
                </a:p>
              </p:txBody>
            </p:sp>
            <p:sp>
              <p:nvSpPr>
                <p:cNvPr descr="ea9f3714-a82b-4f32-b383-2c44c0c69d61" id="181" name="Number1">
                  <a:extLst>
                    <a:ext uri="{FF2B5EF4-FFF2-40B4-BE49-F238E27FC236}">
                      <a16:creationId id="{6857124C-EF4F-C294-95C5-17380576DBF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3a52f277-f523-449a-98c5-e07388de5f87" id="151" name="组合 1">
                <a:extLst>
                  <a:ext uri="{FF2B5EF4-FFF2-40B4-BE49-F238E27FC236}">
                    <a16:creationId id="{3375A357-3577-11E6-4ECE-F685FE4040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2178900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65d5a2ba-1ade-467e-b8ce-c7d881da5bfc" id="176" name="ComponentBackground2">
                  <a:extLst>
                    <a:ext uri="{FF2B5EF4-FFF2-40B4-BE49-F238E27FC236}">
                      <a16:creationId id="{043AF1D8-EBF3-83BF-3E23-D3CC06C32A0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a89799c9-e336-4c19-ad9f-32f09572d92a" id="177" name="Bullet2">
                  <a:extLst>
                    <a:ext uri="{FF2B5EF4-FFF2-40B4-BE49-F238E27FC236}">
                      <a16:creationId id="{B77D6C6C-EA20-44EE-49B0-BEFDBE5E281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63352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South Asian Adaptations</a:t>
                  </a:r>
                </a:p>
              </p:txBody>
            </p:sp>
            <p:sp>
              <p:nvSpPr>
                <p:cNvPr descr="b99e6322-40f3-40f7-9c93-d6e4b1f9e2f6" id="178" name="Number2">
                  <a:extLst>
                    <a:ext uri="{FF2B5EF4-FFF2-40B4-BE49-F238E27FC236}">
                      <a16:creationId id="{E5373E4B-434F-CC53-9720-E85A12E5D487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e4c7107c-66d3-4633-803f-fd54abada8bc" id="152" name="组合 1">
                <a:extLst>
                  <a:ext uri="{FF2B5EF4-FFF2-40B4-BE49-F238E27FC236}">
                    <a16:creationId id="{338886FB-FF98-08DC-4FB7-2A369628190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2821267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ed9531c2-3d19-4934-9c51-21f3a2b58394" id="173" name="ComponentBackground3">
                  <a:extLst>
                    <a:ext uri="{FF2B5EF4-FFF2-40B4-BE49-F238E27FC236}">
                      <a16:creationId id="{2F9B40BB-7D15-62C3-89B1-8C0ADFBB262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e8cd1320-037d-4d34-988a-56948f363468" id="174" name="Bullet3">
                  <a:extLst>
                    <a:ext uri="{FF2B5EF4-FFF2-40B4-BE49-F238E27FC236}">
                      <a16:creationId id="{B6B9B9AB-EAE6-BB7A-1F24-5FFA5AD808A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52626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Urbanization Challenges</a:t>
                  </a:r>
                </a:p>
              </p:txBody>
            </p:sp>
            <p:sp>
              <p:nvSpPr>
                <p:cNvPr descr="6015ed50-02c1-4d76-a784-2cca1120d42c" id="175" name="Number3">
                  <a:extLst>
                    <a:ext uri="{FF2B5EF4-FFF2-40B4-BE49-F238E27FC236}">
                      <a16:creationId id="{E58D6DF0-42A7-51B2-5D52-C924B47132A6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descr="4f578c9c-1532-4ef7-92d6-3e041d2b069e" id="153" name="组合 1">
                <a:extLst>
                  <a:ext uri="{FF2B5EF4-FFF2-40B4-BE49-F238E27FC236}">
                    <a16:creationId id="{81C6AAA6-640A-923F-4653-EAB5AB1810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3463634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85986c6d-242f-4735-ad87-39e26e215665" id="170" name="ComponentBackground4">
                  <a:extLst>
                    <a:ext uri="{FF2B5EF4-FFF2-40B4-BE49-F238E27FC236}">
                      <a16:creationId id="{B54A4617-6DF5-FA1D-EA39-D53D0A37408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fc278fb1-9d23-412e-9da4-9e741320daf1" id="171" name="Bullet4">
                  <a:extLst>
                    <a:ext uri="{FF2B5EF4-FFF2-40B4-BE49-F238E27FC236}">
                      <a16:creationId id="{FEB666DC-168C-7E12-EB9F-075ABC9A8A9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41900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Iconic Projects</a:t>
                  </a:r>
                </a:p>
              </p:txBody>
            </p:sp>
            <p:sp>
              <p:nvSpPr>
                <p:cNvPr descr="b19e946e-f942-459b-b292-339343183601" id="172" name="Number4">
                  <a:extLst>
                    <a:ext uri="{FF2B5EF4-FFF2-40B4-BE49-F238E27FC236}">
                      <a16:creationId id="{3357E1FE-1E81-2CA2-1283-2B10DECFC30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  <p:grpSp>
            <p:nvGrpSpPr>
              <p:cNvPr descr="216aab85-d9c7-4e8b-8777-e918ed06b9be" id="154" name="组合 1">
                <a:extLst>
                  <a:ext uri="{FF2B5EF4-FFF2-40B4-BE49-F238E27FC236}">
                    <a16:creationId id="{FC6194D9-CEE5-BAD0-B4CA-A459B85DBBA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4106001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0bb4c75a-796b-4f0a-a9f4-60a37963b4a2" id="167" name="ComponentBackground5">
                  <a:extLst>
                    <a:ext uri="{FF2B5EF4-FFF2-40B4-BE49-F238E27FC236}">
                      <a16:creationId id="{6D62772C-1F5E-A820-84EF-6B8E0DC24EB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4c8f03f2-d83a-47dd-874f-87095302d4c6" id="168" name="Bullet5">
                  <a:extLst>
                    <a:ext uri="{FF2B5EF4-FFF2-40B4-BE49-F238E27FC236}">
                      <a16:creationId id="{8B2C2E7C-0F2B-D99D-5D84-C9E2EB6CC2B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31174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Cultural Preservation</a:t>
                  </a:r>
                </a:p>
              </p:txBody>
            </p:sp>
            <p:sp>
              <p:nvSpPr>
                <p:cNvPr descr="f5b796e6-9258-42c7-8d5b-a7374b1fac26" id="169" name="Number5">
                  <a:extLst>
                    <a:ext uri="{FF2B5EF4-FFF2-40B4-BE49-F238E27FC236}">
                      <a16:creationId id="{F2054FFA-74BE-734C-B7E0-739FCBC7714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5000">
                      <a:schemeClr val="accent5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5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5</a:t>
                  </a:r>
                </a:p>
              </p:txBody>
            </p:sp>
          </p:grpSp>
          <p:grpSp>
            <p:nvGrpSpPr>
              <p:cNvPr descr="169a4190-4260-4252-84b0-b9fc3192bd5b" id="155" name="组合 1">
                <a:extLst>
                  <a:ext uri="{FF2B5EF4-FFF2-40B4-BE49-F238E27FC236}">
                    <a16:creationId id="{32D5458D-72E5-33B6-D4E4-10E324F9ADF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4748368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0d401636-de06-43e1-938a-ff24a36b6b80" id="164" name="ComponentBackground6">
                  <a:extLst>
                    <a:ext uri="{FF2B5EF4-FFF2-40B4-BE49-F238E27FC236}">
                      <a16:creationId id="{584D89A2-2E42-7A48-FD66-CF17D18352A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86184142-7562-4919-aa14-48cc0c1f5064" id="165" name="Bullet6">
                  <a:extLst>
                    <a:ext uri="{FF2B5EF4-FFF2-40B4-BE49-F238E27FC236}">
                      <a16:creationId id="{D94CA532-3278-2757-9F3C-ECD4F201584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20449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Technological Integration</a:t>
                  </a:r>
                </a:p>
              </p:txBody>
            </p:sp>
            <p:sp>
              <p:nvSpPr>
                <p:cNvPr descr="c25c10ca-e8e6-4f22-bd96-dd1b81a83db3" id="166" name="Number6">
                  <a:extLst>
                    <a:ext uri="{FF2B5EF4-FFF2-40B4-BE49-F238E27FC236}">
                      <a16:creationId id="{C8A80698-C8E7-F4AF-00BD-38433D78216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75000">
                      <a:schemeClr val="accent6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6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6</a:t>
                  </a:r>
                </a:p>
              </p:txBody>
            </p:sp>
          </p:grpSp>
          <p:grpSp>
            <p:nvGrpSpPr>
              <p:cNvPr descr="310fba8c-c227-4d54-8e3b-7d05fa56dd6d" id="156" name="组合 1">
                <a:extLst>
                  <a:ext uri="{FF2B5EF4-FFF2-40B4-BE49-F238E27FC236}">
                    <a16:creationId id="{39E6D2CA-01F9-1D2A-C3DC-E9E501D5B57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5390738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35c58c7a-d3d3-4007-8cb6-b7eec857d428" id="161" name="ComponentBackground7">
                  <a:extLst>
                    <a:ext uri="{FF2B5EF4-FFF2-40B4-BE49-F238E27FC236}">
                      <a16:creationId id="{8D44536A-CD39-E43D-D55F-AA793C140776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cb29202e-cfa6-4eac-a2de-fcab879f3ec4" id="162" name="Bullet7">
                  <a:extLst>
                    <a:ext uri="{FF2B5EF4-FFF2-40B4-BE49-F238E27FC236}">
                      <a16:creationId id="{C97A9EA4-3355-8A73-9903-F0F65ECEC97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09719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Environmental Considerations</a:t>
                  </a:r>
                </a:p>
              </p:txBody>
            </p:sp>
            <p:sp>
              <p:nvSpPr>
                <p:cNvPr descr="8a3bf800-2da0-4c5c-bd6a-fd470f1e8167" id="163" name="Number7">
                  <a:extLst>
                    <a:ext uri="{FF2B5EF4-FFF2-40B4-BE49-F238E27FC236}">
                      <a16:creationId id="{8B053D6D-3A40-4444-2234-6CE8EC422CF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7</a:t>
                  </a:r>
                </a:p>
              </p:txBody>
            </p:sp>
          </p:grpSp>
          <p:cxnSp>
            <p:nvCxnSpPr>
              <p:cNvPr descr="15562761-a66e-4f70-bc78-931aed668e11" id="205" name="直接连接符 204">
                <a:extLst>
                  <a:ext uri="{FF2B5EF4-FFF2-40B4-BE49-F238E27FC236}">
                    <a16:creationId id="{B0A6CB3A-8C2D-20B4-5459-D103DF4274F2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6096000" y="0"/>
                <a:ext cx="0" cy="5897908"/>
              </a:xfrm>
              <a:prstGeom prst="line">
                <a:avLst/>
              </a:prstGeom>
              <a:ln w="25400">
                <a:headEnd type="none"/>
                <a:tailEnd len="sm" type="oval" w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ae61fc43-febe-48a7-bc9d-b2e3d73a8648" id="207" name="矩形 206">
                <a:extLst>
                  <a:ext uri="{FF2B5EF4-FFF2-40B4-BE49-F238E27FC236}">
                    <a16:creationId id="{AC5798E5-7768-CB3B-53DB-CB48D1FFE77D}"/>
                  </a:ext>
                </a:extLst>
              </p:cNvPr>
              <p:cNvSpPr/>
              <p:nvPr/>
            </p:nvSpPr>
            <p:spPr>
              <a:xfrm flipH="false" flipV="false">
                <a:off x="6007008" y="1917220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8e1c9bd4-8ed1-4837-bd41-3ccd7926a5c4" id="209" name="矩形 208">
                <a:extLst>
                  <a:ext uri="{FF2B5EF4-FFF2-40B4-BE49-F238E27FC236}">
                    <a16:creationId id="{D8489505-65E2-B78A-D869-F475BB7D847B}"/>
                  </a:ext>
                </a:extLst>
              </p:cNvPr>
              <p:cNvSpPr/>
              <p:nvPr/>
            </p:nvSpPr>
            <p:spPr>
              <a:xfrm flipH="false" flipV="false">
                <a:off x="6007008" y="2559587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921a88c-64cc-4ca1-9afc-309716ea255a" id="210" name="矩形 209">
                <a:extLst>
                  <a:ext uri="{FF2B5EF4-FFF2-40B4-BE49-F238E27FC236}">
                    <a16:creationId id="{8BF3819F-1AA6-0D24-9037-AE08BA9D2B61}"/>
                  </a:ext>
                </a:extLst>
              </p:cNvPr>
              <p:cNvSpPr/>
              <p:nvPr/>
            </p:nvSpPr>
            <p:spPr>
              <a:xfrm flipH="false" flipV="false">
                <a:off x="6007008" y="3201954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3d00b53-f258-4b8c-b1cb-a4ba93725b07" id="211" name="矩形 210">
                <a:extLst>
                  <a:ext uri="{FF2B5EF4-FFF2-40B4-BE49-F238E27FC236}">
                    <a16:creationId id="{4620C3F2-2264-A9EF-B28E-D8102A5B03DD}"/>
                  </a:ext>
                </a:extLst>
              </p:cNvPr>
              <p:cNvSpPr/>
              <p:nvPr/>
            </p:nvSpPr>
            <p:spPr>
              <a:xfrm flipH="false" flipV="false">
                <a:off x="6007008" y="3844321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94a7ea2-612a-412c-87f6-11d3b8290087" id="212" name="矩形 211">
                <a:extLst>
                  <a:ext uri="{FF2B5EF4-FFF2-40B4-BE49-F238E27FC236}">
                    <a16:creationId id="{C3538A49-D99A-4368-8F3A-78D4C3235914}"/>
                  </a:ext>
                </a:extLst>
              </p:cNvPr>
              <p:cNvSpPr/>
              <p:nvPr/>
            </p:nvSpPr>
            <p:spPr>
              <a:xfrm flipH="false" flipV="false">
                <a:off x="6007008" y="4486688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33ed3a0d-f0a0-46d1-bb26-7d2832322f79" id="213" name="矩形 212">
                <a:extLst>
                  <a:ext uri="{FF2B5EF4-FFF2-40B4-BE49-F238E27FC236}">
                    <a16:creationId id="{CCA7D0B1-192E-678E-61C5-5F944F70A790}"/>
                  </a:ext>
                </a:extLst>
              </p:cNvPr>
              <p:cNvSpPr/>
              <p:nvPr/>
            </p:nvSpPr>
            <p:spPr>
              <a:xfrm flipH="false" flipV="false">
                <a:off x="6007008" y="5129055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96c0777b-831f-4659-8957-7b69e0dab698" id="217" name="矩形 216">
                <a:extLst>
                  <a:ext uri="{FF2B5EF4-FFF2-40B4-BE49-F238E27FC236}">
                    <a16:creationId id="{83B6100C-A962-283F-00DC-6C26CE904E2B}"/>
                  </a:ext>
                </a:extLst>
              </p:cNvPr>
              <p:cNvSpPr/>
              <p:nvPr/>
            </p:nvSpPr>
            <p:spPr>
              <a:xfrm flipH="false" flipV="false">
                <a:off x="6007008" y="5771425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83258d5-cd21-4e05-8fc2-89467d6059dd" id="5" name="Title">
                <a:extLst>
                  <a:ext uri="{FF2B5EF4-FFF2-40B4-BE49-F238E27FC236}">
                    <a16:creationId id="{E089E11F-0B8C-D2E5-E248-92F6C579A06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false" flipV="false">
                <a:off x="6464714" y="1130299"/>
                <a:ext cx="5054185" cy="95014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5400" u="none">
                    <a:solidFill>
                      <a:srgbClr val="000000"/>
                    </a:solidFill>
                    <a:latin typeface="Arial"/>
                  </a:rPr>
                  <a:t>A Unique Eastern Perspective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Modernism in Asia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8f1ad01e-705b-4244-8d33-1c1933c48e13" id="3" name="0dc77cf3-d05d-4d54-9bb1-2f426cb63487.source.7.zh-Hans.pptx">
            <a:extLst>
              <a:ext uri="{FF2B5EF4-FFF2-40B4-BE49-F238E27FC236}">
                <a16:creationId id="{7A0160CB-7A49-BAF6-CCE3-0B4F8390F995}"/>
              </a:ext>
            </a:extLst>
          </p:cNvPr>
          <p:cNvGrpSpPr/>
          <p:nvPr/>
        </p:nvGrpSpPr>
        <p:grpSpPr>
          <a:xfrm>
            <a:off x="70522" y="-276256"/>
            <a:ext cx="12073202" cy="7303269"/>
            <a:chOff x="70522" y="-276256"/>
            <a:chExt cx="12073202" cy="7303269"/>
          </a:xfrm>
        </p:grpSpPr>
        <p:grpSp>
          <p:nvGrpSpPr>
            <p:cNvPr descr="f77b4928-eec8-42a7-82ad-f36123b43d41" id="75" name="组合 74">
              <a:extLst>
                <a:ext uri="{FF2B5EF4-FFF2-40B4-BE49-F238E27FC236}">
                  <a16:creationId id="{0008FABB-401B-FDF6-99B4-38C0AB7B28B8}"/>
                </a:ext>
              </a:extLst>
            </p:cNvPr>
            <p:cNvGrpSpPr/>
            <p:nvPr/>
          </p:nvGrpSpPr>
          <p:grpSpPr>
            <a:xfrm>
              <a:off x="70522" y="-276256"/>
              <a:ext cx="12073202" cy="7303269"/>
              <a:chOff x="70522" y="-276256"/>
              <a:chExt cx="12073202" cy="7303269"/>
            </a:xfrm>
          </p:grpSpPr>
          <p:sp>
            <p:nvSpPr>
              <p:cNvPr descr="bbaa5d07-0c56-4338-9d63-28e040f89aea" id="6" name="任意多边形: 形状 5">
                <a:extLst>
                  <a:ext uri="{FF2B5EF4-FFF2-40B4-BE49-F238E27FC236}">
                    <a16:creationId id="{34CA6659-D41C-F0B3-699E-3C305374F849}"/>
                  </a:ext>
                </a:extLst>
              </p:cNvPr>
              <p:cNvSpPr/>
              <p:nvPr/>
            </p:nvSpPr>
            <p:spPr>
              <a:xfrm flipH="false" flipV="false" rot="1009990">
                <a:off x="10064998" y="-276256"/>
                <a:ext cx="2078726" cy="2359233"/>
              </a:xfrm>
              <a:custGeom>
                <a:avLst/>
                <a:gdLst>
                  <a:gd fmla="*/ 0 w 2078726" name="connsiteX0"/>
                  <a:gd fmla="*/ 550277 h 2359233" name="connsiteY0"/>
                  <a:gd fmla="*/ 1818799 w 2078726" name="connsiteX1"/>
                  <a:gd fmla="*/ 0 h 2359233" name="connsiteY1"/>
                  <a:gd fmla="*/ 2078726 w 2078726" name="connsiteX2"/>
                  <a:gd fmla="*/ 859123 h 2359233" name="connsiteY2"/>
                  <a:gd fmla="*/ 2025642 w 2078726" name="connsiteX3"/>
                  <a:gd fmla="*/ 898861 h 2359233" name="connsiteY3"/>
                  <a:gd fmla="*/ 1334593 w 2078726" name="connsiteX4"/>
                  <a:gd fmla="*/ 2359233 h 2359233" name="connsiteY4"/>
                  <a:gd fmla="*/ 2541 w 2078726" name="connsiteX5"/>
                  <a:gd fmla="*/ 550936 h 2359233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359233" w="2078726">
                    <a:moveTo>
                      <a:pt x="0" y="550277"/>
                    </a:moveTo>
                    <a:lnTo>
                      <a:pt x="1818799" y="0"/>
                    </a:lnTo>
                    <a:lnTo>
                      <a:pt x="2078726" y="859123"/>
                    </a:lnTo>
                    <a:lnTo>
                      <a:pt x="2025642" y="898861"/>
                    </a:lnTo>
                    <a:cubicBezTo>
                      <a:pt x="1604937" y="1246295"/>
                      <a:pt x="1336339" y="1771335"/>
                      <a:pt x="1334593" y="2359233"/>
                    </a:cubicBezTo>
                    <a:cubicBezTo>
                      <a:pt x="1332072" y="1510047"/>
                      <a:pt x="772783" y="792010"/>
                      <a:pt x="2541" y="550936"/>
                    </a:cubicBez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cap="flat" w="3457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5918c251-b95b-4e4a-b9ff-74cf30000dbc" id="7" name="Freeform 4">
                <a:extLst>
                  <a:ext uri="{FF2B5EF4-FFF2-40B4-BE49-F238E27FC236}">
                    <a16:creationId id="{754BF2C9-3E3A-8730-A687-65A9B397ECA6}"/>
                  </a:ext>
                </a:extLst>
              </p:cNvPr>
              <p:cNvSpPr/>
              <p:nvPr/>
            </p:nvSpPr>
            <p:spPr>
              <a:xfrm flipH="false" flipV="false">
                <a:off x="208844" y="599722"/>
                <a:ext cx="1782531" cy="2112898"/>
              </a:xfrm>
              <a:custGeom>
                <a:avLst/>
                <a:gdLst>
                  <a:gd fmla="*/ 1154609 w 1782531" name="connsiteX0"/>
                  <a:gd fmla="*/ 140 h 2112898" name="connsiteY0"/>
                  <a:gd fmla="*/ 1154609 w 1782531" name="connsiteX1"/>
                  <a:gd fmla="*/ 9665 h 2112898" name="connsiteY1"/>
                  <a:gd fmla="*/ 1451026 w 1782531" name="connsiteX2"/>
                  <a:gd fmla="*/ 86531 h 2112898" name="connsiteY2"/>
                  <a:gd fmla="*/ 1572184 w 1782531" name="connsiteX3"/>
                  <a:gd fmla="*/ 1449845 h 2112898" name="connsiteY3"/>
                  <a:gd fmla="*/ 1135749 w 1782531" name="connsiteX4"/>
                  <a:gd fmla="*/ 1929619 h 2112898" name="connsiteY4"/>
                  <a:gd fmla="*/ 627305 w 1782531" name="connsiteX5"/>
                  <a:gd fmla="*/ 2103450 h 2112898" name="connsiteY5"/>
                  <a:gd fmla="*/ 330887 w 1782531" name="connsiteX6"/>
                  <a:gd fmla="*/ 2026584 h 2112898" name="connsiteY6"/>
                  <a:gd fmla="*/ 209729 w 1782531" name="connsiteX7"/>
                  <a:gd fmla="*/ 662889 h 2112898" name="connsiteY7"/>
                  <a:gd fmla="*/ 646164 w 1782531" name="connsiteX8"/>
                  <a:gd fmla="*/ 183115 h 2112898" name="connsiteY8"/>
                  <a:gd fmla="*/ 1154609 w 1782531" name="connsiteX9"/>
                  <a:gd fmla="*/ 9284 h 2112898" name="connsiteY9"/>
                  <a:gd fmla="*/ 1154609 w 1782531" name="connsiteX10"/>
                  <a:gd fmla="*/ -241 h 2112898" name="connsiteY10"/>
                  <a:gd fmla="*/ 1154609 w 1782531" name="connsiteX11"/>
                  <a:gd fmla="*/ -241 h 2112898" name="connsiteY11"/>
                  <a:gd fmla="*/ 201537 w 1782531" name="connsiteX12"/>
                  <a:gd fmla="*/ 658127 h 2112898" name="connsiteY12"/>
                  <a:gd fmla="*/ 326124 w 1782531" name="connsiteX13"/>
                  <a:gd fmla="*/ 2034489 h 2112898" name="connsiteY13"/>
                  <a:gd fmla="*/ 627305 w 1782531" name="connsiteX14"/>
                  <a:gd fmla="*/ 2112594 h 2112898" name="connsiteY14"/>
                  <a:gd fmla="*/ 1580376 w 1782531" name="connsiteX15"/>
                  <a:gd fmla="*/ 1454226 h 2112898" name="connsiteY15"/>
                  <a:gd fmla="*/ 1455789 w 1782531" name="connsiteX16"/>
                  <a:gd fmla="*/ 77959 h 2112898" name="connsiteY16"/>
                  <a:gd fmla="*/ 1154609 w 1782531" name="connsiteX17"/>
                  <a:gd fmla="*/ -241 h 2112898" name="connsiteY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b="b" l="l" r="r" t="t"/>
                <a:pathLst>
                  <a:path h="2112898" w="1782531">
                    <a:moveTo>
                      <a:pt x="1154609" y="140"/>
                    </a:moveTo>
                    <a:lnTo>
                      <a:pt x="1154609" y="9665"/>
                    </a:lnTo>
                    <a:cubicBezTo>
                      <a:pt x="1258488" y="8531"/>
                      <a:pt x="1360787" y="35058"/>
                      <a:pt x="1451026" y="86531"/>
                    </a:cubicBezTo>
                    <a:cubicBezTo>
                      <a:pt x="1826597" y="303416"/>
                      <a:pt x="1880985" y="915206"/>
                      <a:pt x="1572184" y="1449845"/>
                    </a:cubicBezTo>
                    <a:cubicBezTo>
                      <a:pt x="1458361" y="1647012"/>
                      <a:pt x="1307390" y="1812938"/>
                      <a:pt x="1135749" y="1929619"/>
                    </a:cubicBezTo>
                    <a:cubicBezTo>
                      <a:pt x="968585" y="2043347"/>
                      <a:pt x="792849" y="2103450"/>
                      <a:pt x="627305" y="2103450"/>
                    </a:cubicBezTo>
                    <a:cubicBezTo>
                      <a:pt x="523425" y="2104631"/>
                      <a:pt x="421107" y="2078095"/>
                      <a:pt x="330887" y="2026584"/>
                    </a:cubicBezTo>
                    <a:cubicBezTo>
                      <a:pt x="-44684" y="1809699"/>
                      <a:pt x="-99358" y="1198194"/>
                      <a:pt x="209729" y="662889"/>
                    </a:cubicBezTo>
                    <a:cubicBezTo>
                      <a:pt x="323552" y="465721"/>
                      <a:pt x="474428" y="299796"/>
                      <a:pt x="646164" y="183115"/>
                    </a:cubicBezTo>
                    <a:cubicBezTo>
                      <a:pt x="813328" y="69386"/>
                      <a:pt x="989064" y="9284"/>
                      <a:pt x="1154609" y="9284"/>
                    </a:cubicBezTo>
                    <a:lnTo>
                      <a:pt x="1154609" y="-241"/>
                    </a:lnTo>
                    <a:moveTo>
                      <a:pt x="1154609" y="-241"/>
                    </a:moveTo>
                    <a:cubicBezTo>
                      <a:pt x="818567" y="-241"/>
                      <a:pt x="438138" y="248171"/>
                      <a:pt x="201537" y="658127"/>
                    </a:cubicBezTo>
                    <a:cubicBezTo>
                      <a:pt x="-110407" y="1198766"/>
                      <a:pt x="-54590" y="1815414"/>
                      <a:pt x="326124" y="2034489"/>
                    </a:cubicBezTo>
                    <a:cubicBezTo>
                      <a:pt x="417831" y="2086734"/>
                      <a:pt x="521767" y="2113690"/>
                      <a:pt x="627305" y="2112594"/>
                    </a:cubicBezTo>
                    <a:cubicBezTo>
                      <a:pt x="963347" y="2112594"/>
                      <a:pt x="1343680" y="1864182"/>
                      <a:pt x="1580376" y="1454226"/>
                    </a:cubicBezTo>
                    <a:cubicBezTo>
                      <a:pt x="1892320" y="913968"/>
                      <a:pt x="1836503" y="297796"/>
                      <a:pt x="1455789" y="77959"/>
                    </a:cubicBezTo>
                    <a:cubicBezTo>
                      <a:pt x="1364092" y="25686"/>
                      <a:pt x="1260155" y="-1308"/>
                      <a:pt x="1154609" y="-24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6ba9624-cfdd-49a4-a4e8-10ac12ea6d94" id="8" name="Freeform 8">
                <a:extLst>
                  <a:ext uri="{FF2B5EF4-FFF2-40B4-BE49-F238E27FC236}">
                    <a16:creationId id="{8B915396-C865-170D-0F27-83ED86FF2802}"/>
                  </a:ext>
                </a:extLst>
              </p:cNvPr>
              <p:cNvSpPr/>
              <p:nvPr/>
            </p:nvSpPr>
            <p:spPr>
              <a:xfrm flipH="false" flipV="false">
                <a:off x="271630" y="608189"/>
                <a:ext cx="752325" cy="752325"/>
              </a:xfrm>
              <a:custGeom>
                <a:avLst/>
                <a:gdLst>
                  <a:gd fmla="*/ 376020 w 752325" name="connsiteX0"/>
                  <a:gd fmla="*/ 751811 h 752325" name="connsiteY0"/>
                  <a:gd fmla="*/ 376020 w 752325" name="connsiteX1"/>
                  <a:gd fmla="*/ 751811 h 752325" name="connsiteY1"/>
                  <a:gd fmla="*/ -143 w 752325" name="connsiteX2"/>
                  <a:gd fmla="*/ 375649 h 752325" name="connsiteY2"/>
                  <a:gd fmla="*/ -143 w 752325" name="connsiteX3"/>
                  <a:gd fmla="*/ 375649 h 752325" name="connsiteY3"/>
                  <a:gd fmla="*/ 376020 w 752325" name="connsiteX4"/>
                  <a:gd fmla="*/ -514 h 752325" name="connsiteY4"/>
                  <a:gd fmla="*/ 376020 w 752325" name="connsiteX5"/>
                  <a:gd fmla="*/ -514 h 752325" name="connsiteY5"/>
                  <a:gd fmla="*/ 752182 w 752325" name="connsiteX6"/>
                  <a:gd fmla="*/ 375649 h 752325" name="connsiteY6"/>
                  <a:gd fmla="*/ 752182 w 752325" name="connsiteX7"/>
                  <a:gd fmla="*/ 375649 h 752325" name="connsiteY7"/>
                  <a:gd fmla="*/ 376020 w 752325" name="connsiteX8"/>
                  <a:gd fmla="*/ 751811 h 752325" name="connsiteY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b="b" l="l" r="r" t="t"/>
                <a:pathLst>
                  <a:path h="752325" w="752325">
                    <a:moveTo>
                      <a:pt x="376020" y="751811"/>
                    </a:moveTo>
                    <a:lnTo>
                      <a:pt x="376020" y="751811"/>
                    </a:lnTo>
                    <a:cubicBezTo>
                      <a:pt x="375403" y="544318"/>
                      <a:pt x="207351" y="376265"/>
                      <a:pt x="-143" y="375649"/>
                    </a:cubicBezTo>
                    <a:lnTo>
                      <a:pt x="-143" y="375649"/>
                    </a:lnTo>
                    <a:cubicBezTo>
                      <a:pt x="207351" y="375032"/>
                      <a:pt x="375403" y="206979"/>
                      <a:pt x="376020" y="-514"/>
                    </a:cubicBezTo>
                    <a:lnTo>
                      <a:pt x="376020" y="-514"/>
                    </a:lnTo>
                    <a:cubicBezTo>
                      <a:pt x="376636" y="206979"/>
                      <a:pt x="544688" y="375032"/>
                      <a:pt x="752182" y="375649"/>
                    </a:cubicBezTo>
                    <a:lnTo>
                      <a:pt x="752182" y="375649"/>
                    </a:lnTo>
                    <a:cubicBezTo>
                      <a:pt x="544688" y="376265"/>
                      <a:pt x="376636" y="544318"/>
                      <a:pt x="376020" y="7518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w="5850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28effb27-a91d-46b9-9441-f67e77582805" id="11" name="组合 10">
                <a:extLst>
                  <a:ext uri="{FF2B5EF4-FFF2-40B4-BE49-F238E27FC236}">
                    <a16:creationId id="{5E2DDF01-246D-8392-1C97-7D54619F8365}"/>
                  </a:ext>
                </a:extLst>
              </p:cNvPr>
              <p:cNvGrpSpPr/>
              <p:nvPr/>
            </p:nvGrpSpPr>
            <p:grpSpPr>
              <a:xfrm>
                <a:off x="4286955" y="1217156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83484489-9ecd-426e-b447-3fdf3cb96c95" id="72" name="Bullet1">
                  <a:extLst>
                    <a:ext uri="{FF2B5EF4-FFF2-40B4-BE49-F238E27FC236}">
                      <a16:creationId id="{40AC1091-0817-0600-5D71-C393EEEB39D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Indigenous Influences</a:t>
                  </a:r>
                </a:p>
              </p:txBody>
            </p:sp>
            <p:sp>
              <p:nvSpPr>
                <p:cNvPr descr="861de084-5efb-45f9-a00f-b6c9631836ed" id="74" name="Number1">
                  <a:extLst>
                    <a:ext uri="{FF2B5EF4-FFF2-40B4-BE49-F238E27FC236}">
                      <a16:creationId id="{2662E3A5-D97E-6F7A-71B6-2A3DC8D6D563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0aff8433-90a4-49bb-bdf9-adf724d13584" id="12" name="组合 11">
                <a:extLst>
                  <a:ext uri="{FF2B5EF4-FFF2-40B4-BE49-F238E27FC236}">
                    <a16:creationId id="{E6611660-2470-33F8-8AF5-5F1940E77478}"/>
                  </a:ext>
                </a:extLst>
              </p:cNvPr>
              <p:cNvGrpSpPr/>
              <p:nvPr/>
            </p:nvGrpSpPr>
            <p:grpSpPr>
              <a:xfrm>
                <a:off x="4286955" y="2470155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70cff3f5-fb85-452c-aedb-fc9e2b7e9c37" id="69" name="Bullet2">
                  <a:extLst>
                    <a:ext uri="{FF2B5EF4-FFF2-40B4-BE49-F238E27FC236}">
                      <a16:creationId id="{9B8B0D53-4F3A-4E0B-7F84-FD06BAC63FAF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Urban Planning Innovations</a:t>
                  </a:r>
                </a:p>
              </p:txBody>
            </p:sp>
            <p:sp>
              <p:nvSpPr>
                <p:cNvPr descr="ee1204d0-df07-493b-8ed7-aefd3b4ddb6c" id="71" name="Number2">
                  <a:extLst>
                    <a:ext uri="{FF2B5EF4-FFF2-40B4-BE49-F238E27FC236}">
                      <a16:creationId id="{66A385A6-74DF-65B2-0399-3C9360270B98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>
                          <a:alpha val="30196"/>
                        </a:srgbClr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735e58ff-3a6e-4368-a0f1-727c6612c007" id="14" name="组合 13">
                <a:extLst>
                  <a:ext uri="{FF2B5EF4-FFF2-40B4-BE49-F238E27FC236}">
                    <a16:creationId id="{F39214F4-BD2F-5128-70CA-BE4C8C31873C}"/>
                  </a:ext>
                </a:extLst>
              </p:cNvPr>
              <p:cNvGrpSpPr/>
              <p:nvPr/>
            </p:nvGrpSpPr>
            <p:grpSpPr>
              <a:xfrm>
                <a:off x="4286955" y="3723154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273f652e-e359-4cfb-910e-07a4bb0c8b90" id="66" name="Bullet3">
                  <a:extLst>
                    <a:ext uri="{FF2B5EF4-FFF2-40B4-BE49-F238E27FC236}">
                      <a16:creationId id="{D719DE03-B3F5-225C-65BC-930DFB7CD53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Sustainable Design Practices</a:t>
                  </a:r>
                </a:p>
              </p:txBody>
            </p:sp>
            <p:sp>
              <p:nvSpPr>
                <p:cNvPr descr="eb177d8d-ac3d-40b7-a870-c253fd4196e8" id="68" name="Number3">
                  <a:extLst>
                    <a:ext uri="{FF2B5EF4-FFF2-40B4-BE49-F238E27FC236}">
                      <a16:creationId id="{8A2EC344-4EF3-F4F7-E241-5A985D53BBBE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>
                          <a:alpha val="30196"/>
                        </a:srgbClr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descr="79d060d4-bcef-436a-b037-75efef0a1fdd" id="18" name="组合 17">
                <a:extLst>
                  <a:ext uri="{FF2B5EF4-FFF2-40B4-BE49-F238E27FC236}">
                    <a16:creationId id="{3046676F-5219-9C14-D831-708475618706}"/>
                  </a:ext>
                </a:extLst>
              </p:cNvPr>
              <p:cNvGrpSpPr/>
              <p:nvPr/>
            </p:nvGrpSpPr>
            <p:grpSpPr>
              <a:xfrm>
                <a:off x="4286955" y="4976152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56a91619-8b55-4d09-a25c-dd37b820d003" id="63" name="Bullet4">
                  <a:extLst>
                    <a:ext uri="{FF2B5EF4-FFF2-40B4-BE49-F238E27FC236}">
                      <a16:creationId id="{49422060-9690-F6D5-2C3D-D91BC621DB1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Iconic Buildings</a:t>
                  </a:r>
                </a:p>
              </p:txBody>
            </p:sp>
            <p:sp>
              <p:nvSpPr>
                <p:cNvPr descr="503202f7-5aac-416e-95ce-e6575db98631" id="65" name="Number4">
                  <a:extLst>
                    <a:ext uri="{FF2B5EF4-FFF2-40B4-BE49-F238E27FC236}">
                      <a16:creationId id="{4768119E-8136-15AE-F6A9-A30A2E499774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>
                          <a:alpha val="30196"/>
                        </a:srgbClr>
                      </a:solidFill>
                      <a:latin typeface="Arial"/>
                    </a:rPr>
                    <a:t>04</a:t>
                  </a:r>
                </a:p>
              </p:txBody>
            </p:sp>
          </p:grpSp>
          <p:grpSp>
            <p:nvGrpSpPr>
              <p:cNvPr descr="120ecb6c-123e-4929-89df-e5d33168f87e" id="20" name="组合 19">
                <a:extLst>
                  <a:ext uri="{FF2B5EF4-FFF2-40B4-BE49-F238E27FC236}">
                    <a16:creationId id="{E9875080-53E4-2349-0884-35938B0DE11D}"/>
                  </a:ext>
                </a:extLst>
              </p:cNvPr>
              <p:cNvGrpSpPr/>
              <p:nvPr/>
            </p:nvGrpSpPr>
            <p:grpSpPr>
              <a:xfrm>
                <a:off x="8021320" y="1821070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738456a4-41be-4c1b-a19b-be7770486823" id="60" name="Bullet5">
                  <a:extLst>
                    <a:ext uri="{FF2B5EF4-FFF2-40B4-BE49-F238E27FC236}">
                      <a16:creationId id="{522B076A-5A06-D5AC-296E-E163967F6C6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Cultural Integration</a:t>
                  </a:r>
                </a:p>
              </p:txBody>
            </p:sp>
            <p:sp>
              <p:nvSpPr>
                <p:cNvPr descr="b9f989f6-e3e3-44a4-9921-a3573a3b73f1" id="62" name="Number5">
                  <a:extLst>
                    <a:ext uri="{FF2B5EF4-FFF2-40B4-BE49-F238E27FC236}">
                      <a16:creationId id="{6A0961BA-FA52-D85D-A92B-98E605DE4617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>
                          <a:alpha val="30196"/>
                        </a:srgbClr>
                      </a:solidFill>
                      <a:latin typeface="Arial"/>
                    </a:rPr>
                    <a:t>05</a:t>
                  </a:r>
                </a:p>
              </p:txBody>
            </p:sp>
          </p:grpSp>
          <p:grpSp>
            <p:nvGrpSpPr>
              <p:cNvPr descr="ecdfba2c-450b-47b1-a176-fed31f158f80" id="22" name="组合 21">
                <a:extLst>
                  <a:ext uri="{FF2B5EF4-FFF2-40B4-BE49-F238E27FC236}">
                    <a16:creationId id="{BC00554E-C0D8-DF13-373F-E2905BC99640}"/>
                  </a:ext>
                </a:extLst>
              </p:cNvPr>
              <p:cNvGrpSpPr/>
              <p:nvPr/>
            </p:nvGrpSpPr>
            <p:grpSpPr>
              <a:xfrm>
                <a:off x="8021320" y="3074069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4f7fa0aa-62f3-4375-a5d0-07acbb3f6276" id="57" name="Bullet6">
                  <a:extLst>
                    <a:ext uri="{FF2B5EF4-FFF2-40B4-BE49-F238E27FC236}">
                      <a16:creationId id="{6D3C2993-5EAC-1F54-0527-3C16A8ACFB8A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Material Exploration</a:t>
                  </a:r>
                </a:p>
              </p:txBody>
            </p:sp>
            <p:sp>
              <p:nvSpPr>
                <p:cNvPr descr="f6616bef-8feb-45f9-a55e-53a95d9d2d14" id="59" name="Number6">
                  <a:extLst>
                    <a:ext uri="{FF2B5EF4-FFF2-40B4-BE49-F238E27FC236}">
                      <a16:creationId id="{90731A48-4D0B-ECD5-C871-96EF9DBA1AD6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>
                          <a:alpha val="30196"/>
                        </a:srgbClr>
                      </a:solidFill>
                      <a:latin typeface="Arial"/>
                    </a:rPr>
                    <a:t>06</a:t>
                  </a:r>
                </a:p>
              </p:txBody>
            </p:sp>
          </p:grpSp>
          <p:grpSp>
            <p:nvGrpSpPr>
              <p:cNvPr descr="ed0cf8db-0155-431e-b573-2f7ea0e78102" id="48" name="组合 47">
                <a:extLst>
                  <a:ext uri="{FF2B5EF4-FFF2-40B4-BE49-F238E27FC236}">
                    <a16:creationId id="{F7FAED60-5313-B36C-2A69-260F2B9499EE}"/>
                  </a:ext>
                </a:extLst>
              </p:cNvPr>
              <p:cNvGrpSpPr/>
              <p:nvPr/>
            </p:nvGrpSpPr>
            <p:grpSpPr>
              <a:xfrm>
                <a:off x="8021320" y="4327068"/>
                <a:ext cx="3497579" cy="1116262"/>
                <a:chOff x="3962401" y="1217156"/>
                <a:chExt cx="3497579" cy="1116262"/>
              </a:xfrm>
            </p:grpSpPr>
            <p:sp>
              <p:nvSpPr>
                <p:cNvPr descr="61620b6c-0df4-47e0-a34e-9c3d179446c4" id="54" name="Bullet7">
                  <a:extLst>
                    <a:ext uri="{FF2B5EF4-FFF2-40B4-BE49-F238E27FC236}">
                      <a16:creationId id="{FA36BE19-3726-9177-0628-A150F4E48C3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936067" y="1360514"/>
                  <a:ext cx="2523913" cy="972904"/>
                </a:xfrm>
                <a:prstGeom prst="rect">
                  <a:avLst/>
                </a:prstGeom>
                <a:noFill/>
              </p:spPr>
              <p:txBody>
                <a:bodyPr anchor="t" anchorCtr="false" bIns="46800" lIns="90000" rIns="90000" rtlCol="0" tIns="4680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DAC08"/>
                      </a:solidFill>
                      <a:latin typeface="Arial"/>
                    </a:rPr>
                    <a:t>Adaptive Reuse</a:t>
                  </a:r>
                </a:p>
              </p:txBody>
            </p:sp>
            <p:sp>
              <p:nvSpPr>
                <p:cNvPr descr="781ff1dc-98a9-4a15-b1dc-59d008d6179b" id="56" name="Number7">
                  <a:extLst>
                    <a:ext uri="{FF2B5EF4-FFF2-40B4-BE49-F238E27FC236}">
                      <a16:creationId id="{F659FE07-7E70-FA4B-3446-87A868889D0D}"/>
                    </a:ext>
                  </a:extLst>
                </p:cNvPr>
                <p:cNvSpPr/>
                <p:nvPr/>
              </p:nvSpPr>
              <p:spPr>
                <a:xfrm flipH="false" flipV="false">
                  <a:off x="3962401" y="1217156"/>
                  <a:ext cx="973666" cy="7493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none">
                  <a:normAutofit lnSpcReduction="10000"/>
                </a:bodyPr>
                <a:lstStyle/>
                <a:p>
                  <a:pPr algn="r"/>
                  <a:r>
                    <a:rPr b="true" i="true" lang="en-US" sz="4400" u="none">
                      <a:solidFill>
                        <a:srgbClr val="FDAC08"/>
                      </a:solidFill>
                      <a:latin typeface="Arial"/>
                    </a:rPr>
                    <a:t>07</a:t>
                  </a:r>
                </a:p>
              </p:txBody>
            </p:sp>
          </p:grpSp>
          <p:sp>
            <p:nvSpPr>
              <p:cNvPr descr="0dad9367-cd1d-47d5-b230-13c1af273a6a" id="50" name="任意多边形: 形状 49">
                <a:extLst>
                  <a:ext uri="{FF2B5EF4-FFF2-40B4-BE49-F238E27FC236}">
                    <a16:creationId id="{BC857BA1-EA72-1E2F-F0DF-4F7F646269DA}"/>
                  </a:ext>
                </a:extLst>
              </p:cNvPr>
              <p:cNvSpPr/>
              <p:nvPr/>
            </p:nvSpPr>
            <p:spPr>
              <a:xfrm flipH="false" flipV="false" rot="1009990">
                <a:off x="70522" y="4279933"/>
                <a:ext cx="3660318" cy="2747080"/>
              </a:xfrm>
              <a:custGeom>
                <a:avLst/>
                <a:gdLst>
                  <a:gd fmla="*/ 1765571 w 3660318" name="connsiteX0"/>
                  <a:gd fmla="*/ 0 h 2747080" name="connsiteY0"/>
                  <a:gd fmla="*/ 3660318 w 3660318" name="connsiteX1"/>
                  <a:gd fmla="*/ 1894743 h 2747080" name="connsiteY1"/>
                  <a:gd fmla="*/ 2322175 w 3660318" name="connsiteX2"/>
                  <a:gd fmla="*/ 2451347 h 2747080" name="connsiteY2"/>
                  <a:gd fmla="*/ 2282314 w 3660318" name="connsiteX3"/>
                  <a:gd fmla="*/ 2495190 h 2747080" name="connsiteY3"/>
                  <a:gd fmla="*/ 1449757 w 3660318" name="connsiteX4"/>
                  <a:gd fmla="*/ 2747080 h 2747080" name="connsiteY4"/>
                  <a:gd fmla="*/ 1440274 w 3660318" name="connsiteX5"/>
                  <a:gd fmla="*/ 2731501 h 2747080" name="connsiteY5"/>
                  <a:gd fmla="*/ 64304 w 3660318" name="connsiteX6"/>
                  <a:gd fmla="*/ 1905051 h 2747080" name="connsiteY6"/>
                  <a:gd fmla="*/ 4233 w 3660318" name="connsiteX7"/>
                  <a:gd fmla="*/ 1901851 h 2747080" name="connsiteY7"/>
                  <a:gd fmla="*/ 0 w 3660318" name="connsiteX8"/>
                  <a:gd fmla="*/ 1887861 h 2747080" name="connsiteY8"/>
                  <a:gd fmla="*/ 64304 w 3660318" name="connsiteX9"/>
                  <a:gd fmla="*/ 1884435 h 2747080" name="connsiteY9"/>
                  <a:gd fmla="*/ 1765571 w 3660318" name="connsiteX10"/>
                  <a:gd fmla="*/ 0 h 2747080" name="connsiteY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b="b" l="l" r="r" t="t"/>
                <a:pathLst>
                  <a:path h="2747080" w="3660318">
                    <a:moveTo>
                      <a:pt x="1765571" y="0"/>
                    </a:moveTo>
                    <a:cubicBezTo>
                      <a:pt x="1768674" y="1045152"/>
                      <a:pt x="2615164" y="1891640"/>
                      <a:pt x="3660318" y="1894743"/>
                    </a:cubicBezTo>
                    <a:cubicBezTo>
                      <a:pt x="3137741" y="1896295"/>
                      <a:pt x="2664830" y="2108693"/>
                      <a:pt x="2322175" y="2451347"/>
                    </a:cubicBezTo>
                    <a:lnTo>
                      <a:pt x="2282314" y="2495190"/>
                    </a:lnTo>
                    <a:lnTo>
                      <a:pt x="1449757" y="2747080"/>
                    </a:lnTo>
                    <a:lnTo>
                      <a:pt x="1440274" y="2731501"/>
                    </a:lnTo>
                    <a:cubicBezTo>
                      <a:pt x="1133723" y="2278413"/>
                      <a:pt x="636818" y="1964681"/>
                      <a:pt x="64304" y="1905051"/>
                    </a:cubicBezTo>
                    <a:lnTo>
                      <a:pt x="4233" y="1901851"/>
                    </a:lnTo>
                    <a:lnTo>
                      <a:pt x="0" y="1887861"/>
                    </a:lnTo>
                    <a:lnTo>
                      <a:pt x="64304" y="1884435"/>
                    </a:lnTo>
                    <a:cubicBezTo>
                      <a:pt x="1018494" y="1785054"/>
                      <a:pt x="1762661" y="979830"/>
                      <a:pt x="1765571" y="0"/>
                    </a:cubicBez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cap="flat" w="3457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</p:grpSp>
        <p:sp>
          <p:nvSpPr>
            <p:cNvPr descr="2ba2b7e9-2e28-4102-8fa8-d004863e08b9" id="2" name="Title">
              <a:extLst>
                <a:ext uri="{FF2B5EF4-FFF2-40B4-BE49-F238E27FC236}">
                  <a16:creationId id="{09FF611C-591E-0E29-F90E-731DD2068EBC}"/>
                </a:ext>
              </a:extLst>
            </p:cNvPr>
            <p:cNvSpPr/>
            <p:nvPr/>
          </p:nvSpPr>
          <p:spPr>
            <a:xfrm flipH="false" flipV="false">
              <a:off x="660400" y="1130300"/>
              <a:ext cx="3320618" cy="13881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800" u="none">
                  <a:solidFill>
                    <a:srgbClr val="FDAC08"/>
                  </a:solidFill>
                  <a:latin typeface="Arial"/>
                </a:rPr>
                <a:t>Distinctive Regional Identity</a:t>
              </a:r>
            </a:p>
          </p:txBody>
        </p: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Modernism in Australia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1a74d80-4469-4dc7-b7c8-fef19c918aae" id="7" name="d65e494b-9136-45a7-9749-424124bf515c.source.7.zh-Hans.pptx">
            <a:extLst>
              <a:ext uri="{FF2B5EF4-FFF2-40B4-BE49-F238E27FC236}">
                <a16:creationId id="{CD7E6934-F87F-37FF-5CBB-3C650C3289F2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grpSp>
          <p:nvGrpSpPr>
            <p:cNvPr descr="9b15743a-5f77-4165-a1cb-1a4e56a9374c" id="2" name="组合 1">
              <a:extLst>
                <a:ext uri="{FF2B5EF4-FFF2-40B4-BE49-F238E27FC236}">
                  <a16:creationId id="{FEF467DB-3FAD-FA0D-BF5C-DFCCEB71AC18}"/>
                </a:ext>
              </a:extLst>
            </p:cNvPr>
            <p:cNvGrpSpPr/>
            <p:nvPr/>
          </p:nvGrpSpPr>
          <p:grpSpPr>
            <a:xfrm>
              <a:off x="0" y="0"/>
              <a:ext cx="12192001" cy="6858000"/>
              <a:chOff x="0" y="0"/>
              <a:chExt cx="12192001" cy="6858000"/>
            </a:xfrm>
          </p:grpSpPr>
          <p:sp>
            <p:nvSpPr>
              <p:cNvPr descr="5db26fa2-bc20-4fc1-ad06-d92cdfceb343" id="3" name="矩形: 圆角 4">
                <a:extLst>
                  <a:ext uri="{FF2B5EF4-FFF2-40B4-BE49-F238E27FC236}">
                    <a16:creationId id="{EB50BE23-A105-8E21-E15C-6C2895A0B9B8}"/>
                  </a:ext>
                </a:extLst>
              </p:cNvPr>
              <p:cNvSpPr/>
              <p:nvPr/>
            </p:nvSpPr>
            <p:spPr>
              <a:xfrm flipH="false" flipV="false">
                <a:off x="0" y="0"/>
                <a:ext cx="12192001" cy="6858000"/>
              </a:xfrm>
              <a:prstGeom prst="roundRect">
                <a:avLst>
                  <a:gd fmla="val 0" name="adj"/>
                </a:avLst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523bb8d8-304d-4388-b86f-d1f43bb718b0" id="4" name="矩形 3">
                <a:extLst>
                  <a:ext uri="{FF2B5EF4-FFF2-40B4-BE49-F238E27FC236}">
                    <a16:creationId id="{1C1C7F9E-4825-FD10-F34F-3E3D37239ED6}"/>
                  </a:ext>
                </a:extLst>
              </p:cNvPr>
              <p:cNvSpPr/>
              <p:nvPr/>
            </p:nvSpPr>
            <p:spPr>
              <a:xfrm flipH="false" flipV="false">
                <a:off x="0" y="0"/>
                <a:ext cx="253900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162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Autofit/>
              </a:bodyPr>
              <a:lstStyle/>
              <a:p>
                <a:pPr algn="ctr"/>
              </a:p>
            </p:txBody>
          </p:sp>
        </p:grpSp>
        <p:grpSp>
          <p:nvGrpSpPr>
            <p:cNvPr descr="a4283eaf-13bb-4ba6-8fe3-8419004adeb4" id="6" name="组合 5">
              <a:extLst>
                <a:ext uri="{FF2B5EF4-FFF2-40B4-BE49-F238E27FC236}">
                  <a16:creationId id="{A2EA8025-4DD2-94FD-7D34-841032DD4874}"/>
                </a:ext>
              </a:extLst>
            </p:cNvPr>
            <p:cNvGrpSpPr/>
            <p:nvPr/>
          </p:nvGrpSpPr>
          <p:grpSpPr>
            <a:xfrm>
              <a:off x="660400" y="0"/>
              <a:ext cx="10858500" cy="6330418"/>
              <a:chOff x="660400" y="0"/>
              <a:chExt cx="10858500" cy="6330418"/>
            </a:xfrm>
          </p:grpSpPr>
          <p:grpSp>
            <p:nvGrpSpPr>
              <p:cNvPr descr="0aa456eb-d854-4198-8ff6-5ba4f1ade26c" id="150" name="组合 149">
                <a:extLst>
                  <a:ext uri="{FF2B5EF4-FFF2-40B4-BE49-F238E27FC236}">
                    <a16:creationId id="{43E6EB7C-6A63-A97F-2778-AC1866E3B66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1536533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9cd2923b-8d1e-4c12-b372-f0eca986805a" id="179" name="ComponentBackground1">
                  <a:extLst>
                    <a:ext uri="{FF2B5EF4-FFF2-40B4-BE49-F238E27FC236}">
                      <a16:creationId id="{01A0DAC1-1A7F-7FC3-3272-36F14650B58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98232dd5-e8c4-4b8f-bc58-af06ae16641d" id="180" name="Bullet1">
                  <a:extLst>
                    <a:ext uri="{FF2B5EF4-FFF2-40B4-BE49-F238E27FC236}">
                      <a16:creationId id="{AEA74464-89EA-8878-3862-07E8107CA09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74077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Post-Colonial Architecture</a:t>
                  </a:r>
                </a:p>
              </p:txBody>
            </p:sp>
            <p:sp>
              <p:nvSpPr>
                <p:cNvPr descr="ea9f3714-a82b-4f32-b383-2c44c0c69d61" id="181" name="Number1">
                  <a:extLst>
                    <a:ext uri="{FF2B5EF4-FFF2-40B4-BE49-F238E27FC236}">
                      <a16:creationId id="{6857124C-EF4F-C294-95C5-17380576DBF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3a52f277-f523-449a-98c5-e07388de5f87" id="151" name="组合 1">
                <a:extLst>
                  <a:ext uri="{FF2B5EF4-FFF2-40B4-BE49-F238E27FC236}">
                    <a16:creationId id="{3375A357-3577-11E6-4ECE-F685FE4040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2178900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65d5a2ba-1ade-467e-b8ce-c7d881da5bfc" id="176" name="ComponentBackground2">
                  <a:extLst>
                    <a:ext uri="{FF2B5EF4-FFF2-40B4-BE49-F238E27FC236}">
                      <a16:creationId id="{043AF1D8-EBF3-83BF-3E23-D3CC06C32A0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a89799c9-e336-4c19-ad9f-32f09572d92a" id="177" name="Bullet2">
                  <a:extLst>
                    <a:ext uri="{FF2B5EF4-FFF2-40B4-BE49-F238E27FC236}">
                      <a16:creationId id="{B77D6C6C-EA20-44EE-49B0-BEFDBE5E281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63352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Community-Centric Design</a:t>
                  </a:r>
                </a:p>
              </p:txBody>
            </p:sp>
            <p:sp>
              <p:nvSpPr>
                <p:cNvPr descr="b99e6322-40f3-40f7-9c93-d6e4b1f9e2f6" id="178" name="Number2">
                  <a:extLst>
                    <a:ext uri="{FF2B5EF4-FFF2-40B4-BE49-F238E27FC236}">
                      <a16:creationId id="{E5373E4B-434F-CC53-9720-E85A12E5D487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e4c7107c-66d3-4633-803f-fd54abada8bc" id="152" name="组合 1">
                <a:extLst>
                  <a:ext uri="{FF2B5EF4-FFF2-40B4-BE49-F238E27FC236}">
                    <a16:creationId id="{338886FB-FF98-08DC-4FB7-2A369628190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2821267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ed9531c2-3d19-4934-9c51-21f3a2b58394" id="173" name="ComponentBackground3">
                  <a:extLst>
                    <a:ext uri="{FF2B5EF4-FFF2-40B4-BE49-F238E27FC236}">
                      <a16:creationId id="{2F9B40BB-7D15-62C3-89B1-8C0ADFBB262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e8cd1320-037d-4d34-988a-56948f363468" id="174" name="Bullet3">
                  <a:extLst>
                    <a:ext uri="{FF2B5EF4-FFF2-40B4-BE49-F238E27FC236}">
                      <a16:creationId id="{B6B9B9AB-EAE6-BB7A-1F24-5FFA5AD808A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52626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Material Resourcefulness</a:t>
                  </a:r>
                </a:p>
              </p:txBody>
            </p:sp>
            <p:sp>
              <p:nvSpPr>
                <p:cNvPr descr="6015ed50-02c1-4d76-a784-2cca1120d42c" id="175" name="Number3">
                  <a:extLst>
                    <a:ext uri="{FF2B5EF4-FFF2-40B4-BE49-F238E27FC236}">
                      <a16:creationId id="{E58D6DF0-42A7-51B2-5D52-C924B47132A6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descr="4f578c9c-1532-4ef7-92d6-3e041d2b069e" id="153" name="组合 1">
                <a:extLst>
                  <a:ext uri="{FF2B5EF4-FFF2-40B4-BE49-F238E27FC236}">
                    <a16:creationId id="{81C6AAA6-640A-923F-4653-EAB5AB1810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3463634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85986c6d-242f-4735-ad87-39e26e215665" id="170" name="ComponentBackground4">
                  <a:extLst>
                    <a:ext uri="{FF2B5EF4-FFF2-40B4-BE49-F238E27FC236}">
                      <a16:creationId id="{B54A4617-6DF5-FA1D-EA39-D53D0A37408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fc278fb1-9d23-412e-9da4-9e741320daf1" id="171" name="Bullet4">
                  <a:extLst>
                    <a:ext uri="{FF2B5EF4-FFF2-40B4-BE49-F238E27FC236}">
                      <a16:creationId id="{FEB666DC-168C-7E12-EB9F-075ABC9A8A9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41900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Urban Development Projects</a:t>
                  </a:r>
                </a:p>
              </p:txBody>
            </p:sp>
            <p:sp>
              <p:nvSpPr>
                <p:cNvPr descr="b19e946e-f942-459b-b292-339343183601" id="172" name="Number4">
                  <a:extLst>
                    <a:ext uri="{FF2B5EF4-FFF2-40B4-BE49-F238E27FC236}">
                      <a16:creationId id="{3357E1FE-1E81-2CA2-1283-2B10DECFC30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  <p:grpSp>
            <p:nvGrpSpPr>
              <p:cNvPr descr="216aab85-d9c7-4e8b-8777-e918ed06b9be" id="154" name="组合 1">
                <a:extLst>
                  <a:ext uri="{FF2B5EF4-FFF2-40B4-BE49-F238E27FC236}">
                    <a16:creationId id="{FC6194D9-CEE5-BAD0-B4CA-A459B85DBBA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4106001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0bb4c75a-796b-4f0a-a9f4-60a37963b4a2" id="167" name="ComponentBackground5">
                  <a:extLst>
                    <a:ext uri="{FF2B5EF4-FFF2-40B4-BE49-F238E27FC236}">
                      <a16:creationId id="{6D62772C-1F5E-A820-84EF-6B8E0DC24EB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4c8f03f2-d83a-47dd-874f-87095302d4c6" id="168" name="Bullet5">
                  <a:extLst>
                    <a:ext uri="{FF2B5EF4-FFF2-40B4-BE49-F238E27FC236}">
                      <a16:creationId id="{8B2C2E7C-0F2B-D99D-5D84-C9E2EB6CC2B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31174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Architectural Education</a:t>
                  </a:r>
                </a:p>
              </p:txBody>
            </p:sp>
            <p:sp>
              <p:nvSpPr>
                <p:cNvPr descr="f5b796e6-9258-42c7-8d5b-a7374b1fac26" id="169" name="Number5">
                  <a:extLst>
                    <a:ext uri="{FF2B5EF4-FFF2-40B4-BE49-F238E27FC236}">
                      <a16:creationId id="{F2054FFA-74BE-734C-B7E0-739FCBC7714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5000">
                      <a:schemeClr val="accent5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5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5</a:t>
                  </a:r>
                </a:p>
              </p:txBody>
            </p:sp>
          </p:grpSp>
          <p:grpSp>
            <p:nvGrpSpPr>
              <p:cNvPr descr="169a4190-4260-4252-84b0-b9fc3192bd5b" id="155" name="组合 1">
                <a:extLst>
                  <a:ext uri="{FF2B5EF4-FFF2-40B4-BE49-F238E27FC236}">
                    <a16:creationId id="{32D5458D-72E5-33B6-D4E4-10E324F9ADF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51853" y="4748368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0d401636-de06-43e1-938a-ff24a36b6b80" id="164" name="ComponentBackground6">
                  <a:extLst>
                    <a:ext uri="{FF2B5EF4-FFF2-40B4-BE49-F238E27FC236}">
                      <a16:creationId id="{584D89A2-2E42-7A48-FD66-CF17D18352A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86184142-7562-4919-aa14-48cc0c1f5064" id="165" name="Bullet6">
                  <a:extLst>
                    <a:ext uri="{FF2B5EF4-FFF2-40B4-BE49-F238E27FC236}">
                      <a16:creationId id="{D94CA532-3278-2757-9F3C-ECD4F201584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7" y="3020449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Cultural Preservation</a:t>
                  </a:r>
                </a:p>
              </p:txBody>
            </p:sp>
            <p:sp>
              <p:nvSpPr>
                <p:cNvPr descr="c25c10ca-e8e6-4f22-bd96-dd1b81a83db3" id="166" name="Number6">
                  <a:extLst>
                    <a:ext uri="{FF2B5EF4-FFF2-40B4-BE49-F238E27FC236}">
                      <a16:creationId id="{C8A80698-C8E7-F4AF-00BD-38433D78216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75000">
                      <a:schemeClr val="accent6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6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6</a:t>
                  </a:r>
                </a:p>
              </p:txBody>
            </p:sp>
          </p:grpSp>
          <p:grpSp>
            <p:nvGrpSpPr>
              <p:cNvPr descr="310fba8c-c227-4d54-8e3b-7d05fa56dd6d" id="156" name="组合 1">
                <a:extLst>
                  <a:ext uri="{FF2B5EF4-FFF2-40B4-BE49-F238E27FC236}">
                    <a16:creationId id="{39E6D2CA-01F9-1D2A-C3DC-E9E501D5B57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60400" y="5390738"/>
                <a:ext cx="5067047" cy="939680"/>
                <a:chOff x="3333750" y="2907122"/>
                <a:chExt cx="6889259" cy="2007710"/>
              </a:xfrm>
            </p:grpSpPr>
            <p:sp>
              <p:nvSpPr>
                <p:cNvPr descr="35c58c7a-d3d3-4007-8cb6-b7eec857d428" id="161" name="ComponentBackground7">
                  <a:extLst>
                    <a:ext uri="{FF2B5EF4-FFF2-40B4-BE49-F238E27FC236}">
                      <a16:creationId id="{8D44536A-CD39-E43D-D55F-AA793C140776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3333750" y="2907122"/>
                  <a:ext cx="6889259" cy="2007710"/>
                </a:xfrm>
                <a:prstGeom prst="rect">
                  <a:avLst/>
                </a:prstGeom>
                <a:solidFill>
                  <a:schemeClr val="bg1"/>
                </a:solidFill>
                <a:ln cap="rnd" w="254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algn="ctr" blurRad="254000" dist="1270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cb29202e-cfa6-4eac-a2de-fcab879f3ec4" id="162" name="Bullet7">
                  <a:extLst>
                    <a:ext uri="{FF2B5EF4-FFF2-40B4-BE49-F238E27FC236}">
                      <a16:creationId id="{C97A9EA4-3355-8A73-9903-F0F65ECEC97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false" flipV="false">
                  <a:off x="4815369" y="3009719"/>
                  <a:ext cx="4854957" cy="16844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Environmental Considerations</a:t>
                  </a:r>
                </a:p>
              </p:txBody>
            </p:sp>
            <p:sp>
              <p:nvSpPr>
                <p:cNvPr descr="8a3bf800-2da0-4c5c-bd6a-fd470f1e8167" id="163" name="Number7">
                  <a:extLst>
                    <a:ext uri="{FF2B5EF4-FFF2-40B4-BE49-F238E27FC236}">
                      <a16:creationId id="{8B053D6D-3A40-4444-2234-6CE8EC422CF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689818" y="3321704"/>
                  <a:ext cx="763157" cy="116965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algn="tl" blurRad="127000" dir="2700000" dist="635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none">
                  <a:no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7</a:t>
                  </a:r>
                </a:p>
              </p:txBody>
            </p:sp>
          </p:grpSp>
          <p:cxnSp>
            <p:nvCxnSpPr>
              <p:cNvPr descr="15562761-a66e-4f70-bc78-931aed668e11" id="205" name="直接连接符 204">
                <a:extLst>
                  <a:ext uri="{FF2B5EF4-FFF2-40B4-BE49-F238E27FC236}">
                    <a16:creationId id="{B0A6CB3A-8C2D-20B4-5459-D103DF4274F2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false">
                <a:off x="6096000" y="0"/>
                <a:ext cx="0" cy="5897908"/>
              </a:xfrm>
              <a:prstGeom prst="line">
                <a:avLst/>
              </a:prstGeom>
              <a:ln w="25400">
                <a:headEnd type="none"/>
                <a:tailEnd len="sm" type="oval" w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ae61fc43-febe-48a7-bc9d-b2e3d73a8648" id="207" name="矩形 206">
                <a:extLst>
                  <a:ext uri="{FF2B5EF4-FFF2-40B4-BE49-F238E27FC236}">
                    <a16:creationId id="{AC5798E5-7768-CB3B-53DB-CB48D1FFE77D}"/>
                  </a:ext>
                </a:extLst>
              </p:cNvPr>
              <p:cNvSpPr/>
              <p:nvPr/>
            </p:nvSpPr>
            <p:spPr>
              <a:xfrm flipH="false" flipV="false">
                <a:off x="6007008" y="1917220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8e1c9bd4-8ed1-4837-bd41-3ccd7926a5c4" id="209" name="矩形 208">
                <a:extLst>
                  <a:ext uri="{FF2B5EF4-FFF2-40B4-BE49-F238E27FC236}">
                    <a16:creationId id="{D8489505-65E2-B78A-D869-F475BB7D847B}"/>
                  </a:ext>
                </a:extLst>
              </p:cNvPr>
              <p:cNvSpPr/>
              <p:nvPr/>
            </p:nvSpPr>
            <p:spPr>
              <a:xfrm flipH="false" flipV="false">
                <a:off x="6007008" y="2559587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921a88c-64cc-4ca1-9afc-309716ea255a" id="210" name="矩形 209">
                <a:extLst>
                  <a:ext uri="{FF2B5EF4-FFF2-40B4-BE49-F238E27FC236}">
                    <a16:creationId id="{8BF3819F-1AA6-0D24-9037-AE08BA9D2B61}"/>
                  </a:ext>
                </a:extLst>
              </p:cNvPr>
              <p:cNvSpPr/>
              <p:nvPr/>
            </p:nvSpPr>
            <p:spPr>
              <a:xfrm flipH="false" flipV="false">
                <a:off x="6007008" y="3201954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3d00b53-f258-4b8c-b1cb-a4ba93725b07" id="211" name="矩形 210">
                <a:extLst>
                  <a:ext uri="{FF2B5EF4-FFF2-40B4-BE49-F238E27FC236}">
                    <a16:creationId id="{4620C3F2-2264-A9EF-B28E-D8102A5B03DD}"/>
                  </a:ext>
                </a:extLst>
              </p:cNvPr>
              <p:cNvSpPr/>
              <p:nvPr/>
            </p:nvSpPr>
            <p:spPr>
              <a:xfrm flipH="false" flipV="false">
                <a:off x="6007008" y="3844321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94a7ea2-612a-412c-87f6-11d3b8290087" id="212" name="矩形 211">
                <a:extLst>
                  <a:ext uri="{FF2B5EF4-FFF2-40B4-BE49-F238E27FC236}">
                    <a16:creationId id="{C3538A49-D99A-4368-8F3A-78D4C3235914}"/>
                  </a:ext>
                </a:extLst>
              </p:cNvPr>
              <p:cNvSpPr/>
              <p:nvPr/>
            </p:nvSpPr>
            <p:spPr>
              <a:xfrm flipH="false" flipV="false">
                <a:off x="6007008" y="4486688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33ed3a0d-f0a0-46d1-bb26-7d2832322f79" id="213" name="矩形 212">
                <a:extLst>
                  <a:ext uri="{FF2B5EF4-FFF2-40B4-BE49-F238E27FC236}">
                    <a16:creationId id="{CCA7D0B1-192E-678E-61C5-5F944F70A790}"/>
                  </a:ext>
                </a:extLst>
              </p:cNvPr>
              <p:cNvSpPr/>
              <p:nvPr/>
            </p:nvSpPr>
            <p:spPr>
              <a:xfrm flipH="false" flipV="false">
                <a:off x="6007008" y="5129055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96c0777b-831f-4659-8957-7b69e0dab698" id="217" name="矩形 216">
                <a:extLst>
                  <a:ext uri="{FF2B5EF4-FFF2-40B4-BE49-F238E27FC236}">
                    <a16:creationId id="{83B6100C-A962-283F-00DC-6C26CE904E2B}"/>
                  </a:ext>
                </a:extLst>
              </p:cNvPr>
              <p:cNvSpPr/>
              <p:nvPr/>
            </p:nvSpPr>
            <p:spPr>
              <a:xfrm flipH="false" flipV="false">
                <a:off x="6007008" y="5771425"/>
                <a:ext cx="178306" cy="1783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83258d5-cd21-4e05-8fc2-89467d6059dd" id="5" name="Title">
                <a:extLst>
                  <a:ext uri="{FF2B5EF4-FFF2-40B4-BE49-F238E27FC236}">
                    <a16:creationId id="{E089E11F-0B8C-D2E5-E248-92F6C579A06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false" flipV="false">
                <a:off x="6464714" y="1130299"/>
                <a:ext cx="5054185" cy="95014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5400" u="none">
                    <a:solidFill>
                      <a:srgbClr val="000000"/>
                    </a:solidFill>
                    <a:latin typeface="Arial"/>
                  </a:rPr>
                  <a:t>Emerging Architectural Trends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Modernism in Africa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e7e2580-f46f-4ae0-84fb-656999e63a8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000000"/>
                </a:solidFill>
                <a:latin typeface="Arial"/>
              </a:rPr>
              <a:t>Conclusion: Preservation in Modern Architecture</a:t>
            </a:r>
          </a:p>
        </p:txBody>
      </p:sp>
      <p:sp>
        <p:nvSpPr>
          <p:cNvPr descr="d35536af-eaee-48fe-b092-f4b882217522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latin typeface="Arial"/>
              </a:rPr>
              <a:t>The Ongoing Legacy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9ad90a1-cdc3-4aa5-8d78-a3e18a65e954" id="50" name="031ed640-ed31-4426-ac90-66669556f87c.source.5.zh-Hans.pptx">
            <a:extLst>
              <a:ext uri="{FF2B5EF4-FFF2-40B4-BE49-F238E27FC236}">
                <a16:creationId id="{C3248CC1-BF06-BC17-07CA-4FBF4BA75590}"/>
              </a:ext>
            </a:extLst>
          </p:cNvPr>
          <p:cNvGrpSpPr/>
          <p:nvPr/>
        </p:nvGrpSpPr>
        <p:grpSpPr>
          <a:xfrm>
            <a:off x="671511" y="1123950"/>
            <a:ext cx="10848969" cy="5116513"/>
            <a:chOff x="671511" y="1123950"/>
            <a:chExt cx="10848969" cy="5116513"/>
          </a:xfrm>
        </p:grpSpPr>
        <p:sp>
          <p:nvSpPr>
            <p:cNvPr descr="b5ab0a39-1775-4fd8-a01b-20fe0bc63f2f" id="3" name="Title">
              <a:extLst>
                <a:ext uri="{FF2B5EF4-FFF2-40B4-BE49-F238E27FC236}">
                  <a16:creationId id="{7CD8B59E-D9EE-4C87-A53F-91B4EC12E5F0}"/>
                </a:ext>
              </a:extLst>
            </p:cNvPr>
            <p:cNvSpPr/>
            <p:nvPr/>
          </p:nvSpPr>
          <p:spPr>
            <a:xfrm flipH="false" flipV="false">
              <a:off x="671511" y="1123950"/>
              <a:ext cx="3836989" cy="167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r"/>
              <a:r>
                <a:rPr b="true" i="true" lang="en-US" sz="2400" u="none">
                  <a:solidFill>
                    <a:srgbClr val="FFFFFF"/>
                  </a:solidFill>
                  <a:latin typeface="Arial"/>
                </a:rPr>
                <a:t>Its Role in Society</a:t>
              </a:r>
            </a:p>
          </p:txBody>
        </p:sp>
        <p:cxnSp>
          <p:nvCxnSpPr>
            <p:cNvPr descr="3f75abc7-18d3-4cc7-b407-cf4cdb083a3e" id="4" name="直接连接符 3">
              <a:extLst>
                <a:ext uri="{FF2B5EF4-FFF2-40B4-BE49-F238E27FC236}">
                  <a16:creationId id="{36474A4F-21EA-4343-9B2F-68165F8B2218}"/>
                </a:ext>
              </a:extLst>
            </p:cNvPr>
            <p:cNvCxnSpPr/>
            <p:nvPr/>
          </p:nvCxnSpPr>
          <p:spPr>
            <a:xfrm flipH="false" flipV="false">
              <a:off x="5041900" y="1123950"/>
              <a:ext cx="0" cy="5116513"/>
            </a:xfrm>
            <a:prstGeom prst="line">
              <a:avLst/>
            </a:prstGeom>
            <a:ln cap="rnd" w="3175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b9771ee0-76de-4f05-a770-c4cab9367d68" id="44" name="组合 43">
              <a:extLst>
                <a:ext uri="{FF2B5EF4-FFF2-40B4-BE49-F238E27FC236}">
                  <a16:creationId id="{3DA88886-B464-C6E1-30F0-6E1EBCCA9F2A}"/>
                </a:ext>
              </a:extLst>
            </p:cNvPr>
            <p:cNvGrpSpPr/>
            <p:nvPr/>
          </p:nvGrpSpPr>
          <p:grpSpPr>
            <a:xfrm>
              <a:off x="5465958" y="1123950"/>
              <a:ext cx="6054522" cy="977530"/>
              <a:chOff x="5465958" y="1123950"/>
              <a:chExt cx="6054522" cy="977530"/>
            </a:xfrm>
          </p:grpSpPr>
          <p:sp>
            <p:nvSpPr>
              <p:cNvPr descr="1063b316-d4c6-40d1-ae6b-dcafcd28fbbd" id="42" name="Bullet1">
                <a:extLst>
                  <a:ext uri="{FF2B5EF4-FFF2-40B4-BE49-F238E27FC236}">
                    <a16:creationId id="{B61A8727-1C53-47D1-8C82-4B6E3D6BCB40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1123950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Cultural Icon</a:t>
                </a:r>
              </a:p>
            </p:txBody>
          </p:sp>
          <p:sp>
            <p:nvSpPr>
              <p:cNvPr descr="5735d9f9-3354-4bf7-94ad-74d881b8ac24" id="43" name="Number1">
                <a:extLst>
                  <a:ext uri="{FF2B5EF4-FFF2-40B4-BE49-F238E27FC236}">
                    <a16:creationId id="{C91A27DB-9857-4F13-BD5A-1C687014A6DE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1153569"/>
                <a:ext cx="439544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01.</a:t>
                </a:r>
              </a:p>
            </p:txBody>
          </p:sp>
          <p:sp>
            <p:nvSpPr>
              <p:cNvPr descr="9e92bf33-3717-46fc-a4f8-e751fb585b7a" id="40" name="Text1">
                <a:extLst>
                  <a:ext uri="{FF2B5EF4-FFF2-40B4-BE49-F238E27FC236}">
                    <a16:creationId id="{AB2F4B57-2B56-4B89-8D3F-664C02D485A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1522905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Modern architecture represents a significant cultural symbol, reflecting societal values and aspirations.</a:t>
                </a:r>
              </a:p>
            </p:txBody>
          </p:sp>
          <p:cxnSp>
            <p:nvCxnSpPr>
              <p:cNvPr descr="c22311fd-f110-468e-8733-4364aa94a008" id="16" name="直接连接符 15">
                <a:extLst>
                  <a:ext uri="{FF2B5EF4-FFF2-40B4-BE49-F238E27FC236}">
                    <a16:creationId id="{7C2DBF31-59CB-4E46-942A-5D292BDC6CC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2086671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b8069a56-f4b9-465e-9475-9edd90ac32fa" id="45" name="组合 44">
              <a:extLst>
                <a:ext uri="{FF2B5EF4-FFF2-40B4-BE49-F238E27FC236}">
                  <a16:creationId id="{DAB01D47-B0BF-61FA-4E91-6E920012FD8B}"/>
                </a:ext>
              </a:extLst>
            </p:cNvPr>
            <p:cNvGrpSpPr/>
            <p:nvPr/>
          </p:nvGrpSpPr>
          <p:grpSpPr>
            <a:xfrm>
              <a:off x="5465958" y="2151484"/>
              <a:ext cx="6054522" cy="977530"/>
              <a:chOff x="5465958" y="2151484"/>
              <a:chExt cx="6054522" cy="977530"/>
            </a:xfrm>
          </p:grpSpPr>
          <p:sp>
            <p:nvSpPr>
              <p:cNvPr descr="cdea3996-c07a-4f25-915a-2253db76035d" id="38" name="Bullet2">
                <a:extLst>
                  <a:ext uri="{FF2B5EF4-FFF2-40B4-BE49-F238E27FC236}">
                    <a16:creationId id="{C283602B-A6A4-47A4-AF9E-55795D93960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2151484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Technological Milestone</a:t>
                </a:r>
              </a:p>
            </p:txBody>
          </p:sp>
          <p:sp>
            <p:nvSpPr>
              <p:cNvPr descr="79bfef51-8b05-48b1-849c-c68ef44322a2" id="39" name="Number2">
                <a:extLst>
                  <a:ext uri="{FF2B5EF4-FFF2-40B4-BE49-F238E27FC236}">
                    <a16:creationId id="{F18EAA1A-5D98-4B08-832B-12E4C36D2C9B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2181103"/>
                <a:ext cx="473206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02.</a:t>
                </a:r>
              </a:p>
            </p:txBody>
          </p:sp>
          <p:sp>
            <p:nvSpPr>
              <p:cNvPr descr="4ae87fc4-323a-4de7-9d2a-bdd7ad3de819" id="36" name="Text2">
                <a:extLst>
                  <a:ext uri="{FF2B5EF4-FFF2-40B4-BE49-F238E27FC236}">
                    <a16:creationId id="{F8DFF95B-E3EC-4BFC-AC88-C21B63094898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2550439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It showcases groundbreaking technological advancements that have transformed the construction industry.</a:t>
                </a:r>
              </a:p>
            </p:txBody>
          </p:sp>
          <p:cxnSp>
            <p:nvCxnSpPr>
              <p:cNvPr descr="b9ab6a32-337e-4734-8627-edefa0bebd82" id="18" name="直接连接符 17">
                <a:extLst>
                  <a:ext uri="{FF2B5EF4-FFF2-40B4-BE49-F238E27FC236}">
                    <a16:creationId id="{AAC2CCE9-1C8F-457C-8962-57D648DF17A1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3114205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fb6dddf0-a0f3-43a8-aac4-62c411276dfb" id="46" name="组合 45">
              <a:extLst>
                <a:ext uri="{FF2B5EF4-FFF2-40B4-BE49-F238E27FC236}">
                  <a16:creationId id="{DEE39FC1-09C4-319F-C465-CF2F038E6019}"/>
                </a:ext>
              </a:extLst>
            </p:cNvPr>
            <p:cNvGrpSpPr/>
            <p:nvPr/>
          </p:nvGrpSpPr>
          <p:grpSpPr>
            <a:xfrm>
              <a:off x="5465958" y="3179018"/>
              <a:ext cx="6054522" cy="977530"/>
              <a:chOff x="5465958" y="3179018"/>
              <a:chExt cx="6054522" cy="977530"/>
            </a:xfrm>
          </p:grpSpPr>
          <p:sp>
            <p:nvSpPr>
              <p:cNvPr descr="fb261c38-08cd-4cd1-b5ec-a0d7a86228ab" id="34" name="Bullet3">
                <a:extLst>
                  <a:ext uri="{FF2B5EF4-FFF2-40B4-BE49-F238E27FC236}">
                    <a16:creationId id="{87D3759F-8B06-4944-A97C-CB3D3D233D6C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3179018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Urban Transformation</a:t>
                </a:r>
              </a:p>
            </p:txBody>
          </p:sp>
          <p:sp>
            <p:nvSpPr>
              <p:cNvPr descr="4a8b8ddc-e4d6-4ad4-88ca-08a5e88d5e58" id="35" name="Number3">
                <a:extLst>
                  <a:ext uri="{FF2B5EF4-FFF2-40B4-BE49-F238E27FC236}">
                    <a16:creationId id="{144FA05D-CB98-4F76-B06D-F7DAD8DC5C7A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3208637"/>
                <a:ext cx="474810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03.</a:t>
                </a:r>
              </a:p>
            </p:txBody>
          </p:sp>
          <p:sp>
            <p:nvSpPr>
              <p:cNvPr descr="9642e057-d486-449f-85e2-cc070bbc20a0" id="32" name="Text3">
                <a:extLst>
                  <a:ext uri="{FF2B5EF4-FFF2-40B4-BE49-F238E27FC236}">
                    <a16:creationId id="{C821A3C0-8B2B-4A4B-94BD-861D88D58CB3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3577973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Modern designs have redefined urban landscapes, influencing city planning and architecture globally.</a:t>
                </a:r>
              </a:p>
            </p:txBody>
          </p:sp>
          <p:cxnSp>
            <p:nvCxnSpPr>
              <p:cNvPr descr="a8608ac2-f68c-4f9c-abef-f8f809ef53bd" id="20" name="直接连接符 19">
                <a:extLst>
                  <a:ext uri="{FF2B5EF4-FFF2-40B4-BE49-F238E27FC236}">
                    <a16:creationId id="{51707268-1898-4B21-823C-20D775FC7EB4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4141739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0da48b4a-e2d6-431b-85d2-3714f2cd6705" id="47" name="组合 46">
              <a:extLst>
                <a:ext uri="{FF2B5EF4-FFF2-40B4-BE49-F238E27FC236}">
                  <a16:creationId id="{42D2398A-E234-DC60-1F3A-A93F1ECE8083}"/>
                </a:ext>
              </a:extLst>
            </p:cNvPr>
            <p:cNvGrpSpPr/>
            <p:nvPr/>
          </p:nvGrpSpPr>
          <p:grpSpPr>
            <a:xfrm>
              <a:off x="5465958" y="4206552"/>
              <a:ext cx="6054522" cy="977530"/>
              <a:chOff x="5465958" y="4206552"/>
              <a:chExt cx="6054522" cy="977530"/>
            </a:xfrm>
          </p:grpSpPr>
          <p:sp>
            <p:nvSpPr>
              <p:cNvPr descr="0594e1ee-f16b-4ea6-9692-8f436b8d0c37" id="30" name="Bullet4">
                <a:extLst>
                  <a:ext uri="{FF2B5EF4-FFF2-40B4-BE49-F238E27FC236}">
                    <a16:creationId id="{D9F22A79-5C36-47AF-9BBC-87258696CF97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4206552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Social Impact</a:t>
                </a:r>
              </a:p>
            </p:txBody>
          </p:sp>
          <p:sp>
            <p:nvSpPr>
              <p:cNvPr descr="fc8cb817-e14a-4f62-ab33-1a1fbea77509" id="31" name="Number4">
                <a:extLst>
                  <a:ext uri="{FF2B5EF4-FFF2-40B4-BE49-F238E27FC236}">
                    <a16:creationId id="{31EB2086-DB77-4EDD-BD38-7EF99FE23CA2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4236171"/>
                <a:ext cx="439544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04.</a:t>
                </a:r>
              </a:p>
            </p:txBody>
          </p:sp>
          <p:sp>
            <p:nvSpPr>
              <p:cNvPr descr="a1e65bb3-e31c-4bdf-beeb-b3458762b23a" id="28" name="Text4">
                <a:extLst>
                  <a:ext uri="{FF2B5EF4-FFF2-40B4-BE49-F238E27FC236}">
                    <a16:creationId id="{D37C2A43-F14F-41A6-B10B-90E66F025206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4605507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These architectural developments have addressed social needs, providing functional and accessible spaces.</a:t>
                </a:r>
              </a:p>
            </p:txBody>
          </p:sp>
          <p:cxnSp>
            <p:nvCxnSpPr>
              <p:cNvPr descr="fbfc0598-8d58-4e28-b990-075adb90c6ac" id="22" name="直接连接符 21">
                <a:extLst>
                  <a:ext uri="{FF2B5EF4-FFF2-40B4-BE49-F238E27FC236}">
                    <a16:creationId id="{EFA040B3-78DA-4CE1-A92E-7FA8828F120C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5905502" y="5169273"/>
                <a:ext cx="5614978" cy="14809"/>
              </a:xfrm>
              <a:prstGeom prst="line">
                <a:avLst/>
              </a:prstGeom>
              <a:ln cap="rnd" w="3175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f7b91e5f-4952-4d3e-8143-a8adaa5df514" id="48" name="组合 47">
              <a:extLst>
                <a:ext uri="{FF2B5EF4-FFF2-40B4-BE49-F238E27FC236}">
                  <a16:creationId id="{82C338FD-02D8-9B32-00E2-E6D3E9E2494B}"/>
                </a:ext>
              </a:extLst>
            </p:cNvPr>
            <p:cNvGrpSpPr/>
            <p:nvPr/>
          </p:nvGrpSpPr>
          <p:grpSpPr>
            <a:xfrm>
              <a:off x="5465958" y="5234086"/>
              <a:ext cx="6054522" cy="912714"/>
              <a:chOff x="5465958" y="5234086"/>
              <a:chExt cx="6054522" cy="912714"/>
            </a:xfrm>
          </p:grpSpPr>
          <p:sp>
            <p:nvSpPr>
              <p:cNvPr descr="09c95a26-3081-4597-acb8-09a778b8a012" id="26" name="Bullet5">
                <a:extLst>
                  <a:ext uri="{FF2B5EF4-FFF2-40B4-BE49-F238E27FC236}">
                    <a16:creationId id="{C30EDBA6-70D5-4E5A-8FF4-BF860F95D3BF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5234086"/>
                <a:ext cx="5614978" cy="398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Global Influence</a:t>
                </a:r>
              </a:p>
            </p:txBody>
          </p:sp>
          <p:sp>
            <p:nvSpPr>
              <p:cNvPr descr="538a83be-54ab-4bd9-a45b-c5ab329d7053" id="27" name="Number5">
                <a:extLst>
                  <a:ext uri="{FF2B5EF4-FFF2-40B4-BE49-F238E27FC236}">
                    <a16:creationId id="{FBE59847-9A8C-4413-8240-C813529FE6C3}"/>
                  </a:ext>
                </a:extLst>
              </p:cNvPr>
              <p:cNvSpPr txBox="1"/>
              <p:nvPr/>
            </p:nvSpPr>
            <p:spPr>
              <a:xfrm flipH="false" flipV="false">
                <a:off x="5465958" y="5263705"/>
                <a:ext cx="476412" cy="369332"/>
              </a:xfrm>
              <a:prstGeom prst="rect">
                <a:avLst/>
              </a:prstGeom>
              <a:noFill/>
            </p:spPr>
            <p:txBody>
              <a:bodyPr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05.</a:t>
                </a:r>
              </a:p>
            </p:txBody>
          </p:sp>
          <p:sp>
            <p:nvSpPr>
              <p:cNvPr descr="45438598-9a60-4615-8b5c-55a736f34c74" id="24" name="Text5">
                <a:extLst>
                  <a:ext uri="{FF2B5EF4-FFF2-40B4-BE49-F238E27FC236}">
                    <a16:creationId id="{2F4BFF7D-C56F-4B31-8E23-0CF332EBC5D2}"/>
                  </a:ext>
                </a:extLst>
              </p:cNvPr>
              <p:cNvSpPr/>
              <p:nvPr/>
            </p:nvSpPr>
            <p:spPr bwMode="auto">
              <a:xfrm flipH="false" flipV="false">
                <a:off x="5905502" y="5633037"/>
                <a:ext cx="5614978" cy="513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Modern architecture's principles have spread worldwide, shaping the built environment across different cultures.</a:t>
                </a:r>
              </a:p>
            </p:txBody>
          </p:sp>
        </p:grp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Significance of Modern Architecture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f411244-e672-4fb9-bb12-e8a7b2f0f964" id="24" name="4eda1e78-9da9-4086-8953-14b97d158819.source.5.zh-Hans.pptx">
            <a:extLst>
              <a:ext uri="{FF2B5EF4-FFF2-40B4-BE49-F238E27FC236}">
                <a16:creationId id="{1AC64A2A-4494-6153-97E1-BA798A087F2C}"/>
              </a:ext>
            </a:extLst>
          </p:cNvPr>
          <p:cNvGrpSpPr/>
          <p:nvPr/>
        </p:nvGrpSpPr>
        <p:grpSpPr>
          <a:xfrm>
            <a:off x="660400" y="1130298"/>
            <a:ext cx="10858500" cy="5003802"/>
            <a:chOff x="660400" y="1130298"/>
            <a:chExt cx="10858500" cy="5003802"/>
          </a:xfrm>
        </p:grpSpPr>
        <p:sp>
          <p:nvSpPr>
            <p:cNvPr descr="714916b0-0a9c-4024-abc5-e3cfd92d51a4" id="2" name="Title">
              <a:extLst>
                <a:ext uri="{FF2B5EF4-FFF2-40B4-BE49-F238E27FC236}">
                  <a16:creationId id="{6657A934-2817-B0DB-D959-9E4B8ADD5DFA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298"/>
              <a:ext cx="2534062" cy="5003802"/>
            </a:xfrm>
            <a:prstGeom prst="roundRect">
              <a:avLst>
                <a:gd fmla="val 0" name="adj"/>
              </a:avLst>
            </a:prstGeom>
            <a:noFill/>
          </p:spPr>
          <p:txBody>
            <a:bodyPr anchor="ctr" anchorCtr="false" bIns="45720" lIns="91440" rIns="9144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Balancing the Old and New</a:t>
              </a:r>
            </a:p>
          </p:txBody>
        </p:sp>
        <p:cxnSp>
          <p:nvCxnSpPr>
            <p:cNvPr descr="10defb52-3d8e-4b01-a865-3ef13548628f" id="22" name="连接符: 肘形 21">
              <a:extLst>
                <a:ext uri="{FF2B5EF4-FFF2-40B4-BE49-F238E27FC236}">
                  <a16:creationId id="{8248E6E8-E15C-2F94-8AD1-92A4E5382141}"/>
                </a:ext>
              </a:extLst>
            </p:cNvPr>
            <p:cNvCxnSpPr>
              <a:cxnSpLocks/>
              <a:stCxn id="2" idx="3"/>
              <a:endCxn id="16" idx="3"/>
            </p:cNvCxnSpPr>
            <p:nvPr/>
          </p:nvCxnSpPr>
          <p:spPr>
            <a:xfrm flipH="false" flipV="false">
              <a:off x="3194462" y="3632199"/>
              <a:ext cx="748146" cy="1792099"/>
            </a:xfrm>
            <a:prstGeom prst="bentConnector3">
              <a:avLst>
                <a:gd fmla="val 50000" name="adj1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cb3fbf3-03e4-4e5b-bbb2-25a59cf9f47b" id="23" name="连接符: 肘形 22">
              <a:extLst>
                <a:ext uri="{FF2B5EF4-FFF2-40B4-BE49-F238E27FC236}">
                  <a16:creationId id="{70B44C88-F02E-4500-6D37-325572E6E5DC}"/>
                </a:ext>
              </a:extLst>
            </p:cNvPr>
            <p:cNvCxnSpPr>
              <a:cxnSpLocks/>
              <a:stCxn id="2" idx="3"/>
              <a:endCxn id="4" idx="3"/>
            </p:cNvCxnSpPr>
            <p:nvPr/>
          </p:nvCxnSpPr>
          <p:spPr>
            <a:xfrm flipH="false" flipV="true">
              <a:off x="3194462" y="1343883"/>
              <a:ext cx="748146" cy="2288316"/>
            </a:xfrm>
            <a:prstGeom prst="bentConnector3">
              <a:avLst>
                <a:gd fmla="val 50000" name="adj1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1e93ca94-a0e9-4402-918d-063c83211919" id="19" name="组合 18">
              <a:extLst>
                <a:ext uri="{FF2B5EF4-FFF2-40B4-BE49-F238E27FC236}">
                  <a16:creationId id="{AC7A58B0-75E4-EDEC-CFF8-414BA10FCD28}"/>
                </a:ext>
              </a:extLst>
            </p:cNvPr>
            <p:cNvGrpSpPr/>
            <p:nvPr/>
          </p:nvGrpSpPr>
          <p:grpSpPr>
            <a:xfrm>
              <a:off x="3942608" y="1130301"/>
              <a:ext cx="7576292" cy="920564"/>
              <a:chOff x="2738740" y="1409022"/>
              <a:chExt cx="4063997" cy="1187011"/>
            </a:xfrm>
          </p:grpSpPr>
          <p:sp>
            <p:nvSpPr>
              <p:cNvPr descr="2262f09a-6091-4ab5-aa5b-2aabcae18e43" id="4" name="Bullet1">
                <a:extLst>
                  <a:ext uri="{FF2B5EF4-FFF2-40B4-BE49-F238E27FC236}">
                    <a16:creationId id="{E582D15D-8052-8F6F-D653-557A0DB77AE9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2738740" y="1409022"/>
                <a:ext cx="4063993" cy="550800"/>
              </a:xfrm>
              <a:prstGeom prst="roundRect">
                <a:avLst>
                  <a:gd fmla="val 9201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Heritage vs. Modernization</a:t>
                </a:r>
              </a:p>
            </p:txBody>
          </p:sp>
          <p:sp>
            <p:nvSpPr>
              <p:cNvPr descr="382d2ecd-411b-42b1-b93a-a0ba4de6f3c5" id="5" name="Text1">
                <a:extLst>
                  <a:ext uri="{FF2B5EF4-FFF2-40B4-BE49-F238E27FC236}">
                    <a16:creationId id="{1E9E3D4F-7083-C5C3-2C72-3EC70FF4CC4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738744" y="2061346"/>
                <a:ext cx="4063993" cy="53468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Striking a balance between conserving historical buildings and embracing new architectural designs.</a:t>
                </a:r>
              </a:p>
            </p:txBody>
          </p:sp>
        </p:grpSp>
        <p:grpSp>
          <p:nvGrpSpPr>
            <p:cNvPr descr="fcdd46f3-99bb-49a3-ac09-b6ff8bda04dd" id="20" name="组合 19">
              <a:extLst>
                <a:ext uri="{FF2B5EF4-FFF2-40B4-BE49-F238E27FC236}">
                  <a16:creationId id="{97339EBC-4E05-1700-D77E-75858F503529}"/>
                </a:ext>
              </a:extLst>
            </p:cNvPr>
            <p:cNvGrpSpPr/>
            <p:nvPr/>
          </p:nvGrpSpPr>
          <p:grpSpPr>
            <a:xfrm>
              <a:off x="3942608" y="2148995"/>
              <a:ext cx="7576292" cy="920564"/>
              <a:chOff x="2738741" y="4293436"/>
              <a:chExt cx="4063997" cy="1187011"/>
            </a:xfrm>
          </p:grpSpPr>
          <p:sp>
            <p:nvSpPr>
              <p:cNvPr descr="ef143ce7-6c88-4843-aa76-ad6f299fb8c5" id="7" name="Bullet2">
                <a:extLst>
                  <a:ext uri="{FF2B5EF4-FFF2-40B4-BE49-F238E27FC236}">
                    <a16:creationId id="{BA83D710-540F-0E12-9105-487B5FD722AB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2738741" y="4293436"/>
                <a:ext cx="4063993" cy="550800"/>
              </a:xfrm>
              <a:prstGeom prst="roundRect">
                <a:avLst>
                  <a:gd fmla="val 7957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Restoration Techniques</a:t>
                </a:r>
              </a:p>
            </p:txBody>
          </p:sp>
          <p:sp>
            <p:nvSpPr>
              <p:cNvPr descr="b87d68a9-360e-490f-9ea3-0895a7a47df6" id="8" name="Text2">
                <a:extLst>
                  <a:ext uri="{FF2B5EF4-FFF2-40B4-BE49-F238E27FC236}">
                    <a16:creationId id="{0FB2A81D-2A66-9DA2-549E-03317DFB088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738745" y="4945760"/>
                <a:ext cx="4063993" cy="53468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Employing advanced methods to authentically restore and maintain modern architectural landmarks.</a:t>
                </a:r>
              </a:p>
            </p:txBody>
          </p:sp>
        </p:grpSp>
        <p:grpSp>
          <p:nvGrpSpPr>
            <p:cNvPr descr="b6895764-a104-4c62-bbe1-bc8fc98e9fe1" id="27" name="组合 26">
              <a:extLst>
                <a:ext uri="{FF2B5EF4-FFF2-40B4-BE49-F238E27FC236}">
                  <a16:creationId id="{2277A800-EBDF-13AF-B57B-DF88BB913A9B}"/>
                </a:ext>
              </a:extLst>
            </p:cNvPr>
            <p:cNvGrpSpPr/>
            <p:nvPr/>
          </p:nvGrpSpPr>
          <p:grpSpPr>
            <a:xfrm>
              <a:off x="3942608" y="3167689"/>
              <a:ext cx="7576288" cy="923384"/>
              <a:chOff x="7467605" y="1142490"/>
              <a:chExt cx="4063995" cy="1190647"/>
            </a:xfrm>
          </p:grpSpPr>
          <p:sp>
            <p:nvSpPr>
              <p:cNvPr descr="c6abdbae-96be-4385-bf18-376a07e2bcbb" id="10" name="Bullet3">
                <a:extLst>
                  <a:ext uri="{FF2B5EF4-FFF2-40B4-BE49-F238E27FC236}">
                    <a16:creationId id="{9EFDC063-4AF5-95AA-D3EC-C9D3D20AF91E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7467605" y="1142490"/>
                <a:ext cx="4063993" cy="550800"/>
              </a:xfrm>
              <a:prstGeom prst="roundRect">
                <a:avLst>
                  <a:gd fmla="val 9267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Community Engagement</a:t>
                </a:r>
              </a:p>
            </p:txBody>
          </p:sp>
          <p:sp>
            <p:nvSpPr>
              <p:cNvPr descr="adcc3dd3-289c-4a78-bd49-895c5c04b992" id="11" name="Text3">
                <a:extLst>
                  <a:ext uri="{FF2B5EF4-FFF2-40B4-BE49-F238E27FC236}">
                    <a16:creationId id="{7942591E-EB50-3FD9-7E28-90429BE4320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467607" y="1782337"/>
                <a:ext cx="4063993" cy="5508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Actively involving local communities in preservation efforts to ensure support and shared ownership.</a:t>
                </a:r>
              </a:p>
            </p:txBody>
          </p:sp>
        </p:grpSp>
        <p:grpSp>
          <p:nvGrpSpPr>
            <p:cNvPr descr="7675dd6a-fb03-4c1f-a202-2dde032be078" id="28" name="组合 27">
              <a:extLst>
                <a:ext uri="{FF2B5EF4-FFF2-40B4-BE49-F238E27FC236}">
                  <a16:creationId id="{C4DB73BA-F9D6-D675-9517-36343EE20CF3}"/>
                </a:ext>
              </a:extLst>
            </p:cNvPr>
            <p:cNvGrpSpPr/>
            <p:nvPr/>
          </p:nvGrpSpPr>
          <p:grpSpPr>
            <a:xfrm>
              <a:off x="3942608" y="4189203"/>
              <a:ext cx="7576290" cy="923384"/>
              <a:chOff x="7454904" y="2788972"/>
              <a:chExt cx="4063996" cy="1190647"/>
            </a:xfrm>
          </p:grpSpPr>
          <p:sp>
            <p:nvSpPr>
              <p:cNvPr descr="388052ea-9ad9-4aa0-95f6-a21099a842d3" id="13" name="Bullet4">
                <a:extLst>
                  <a:ext uri="{FF2B5EF4-FFF2-40B4-BE49-F238E27FC236}">
                    <a16:creationId id="{741BD3BB-56E5-E00C-A0EE-CF57B26C57D1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7454904" y="2788972"/>
                <a:ext cx="4063993" cy="550800"/>
              </a:xfrm>
              <a:prstGeom prst="roundRect">
                <a:avLst>
                  <a:gd fmla="val 8705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Legal Frameworks</a:t>
                </a:r>
              </a:p>
            </p:txBody>
          </p:sp>
          <p:sp>
            <p:nvSpPr>
              <p:cNvPr descr="3e40a1a1-4e29-43b9-a74f-4325d5be3ef4" id="14" name="Text4">
                <a:extLst>
                  <a:ext uri="{FF2B5EF4-FFF2-40B4-BE49-F238E27FC236}">
                    <a16:creationId id="{CC7DEB88-0EBB-B898-F425-78FF5BA68FF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454907" y="3428819"/>
                <a:ext cx="4063993" cy="5508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Establishing comprehensive regulations to protect and manage significant modern architectural sites.</a:t>
                </a:r>
              </a:p>
            </p:txBody>
          </p:sp>
        </p:grpSp>
        <p:grpSp>
          <p:nvGrpSpPr>
            <p:cNvPr descr="0862fcba-21af-4ced-a5d0-4e9410530be1" id="29" name="组合 28">
              <a:extLst>
                <a:ext uri="{FF2B5EF4-FFF2-40B4-BE49-F238E27FC236}">
                  <a16:creationId id="{98E5388D-746C-43F4-A570-3AE10253277F}"/>
                </a:ext>
              </a:extLst>
            </p:cNvPr>
            <p:cNvGrpSpPr/>
            <p:nvPr/>
          </p:nvGrpSpPr>
          <p:grpSpPr>
            <a:xfrm>
              <a:off x="3942608" y="5210716"/>
              <a:ext cx="7576292" cy="923384"/>
              <a:chOff x="7454899" y="4435455"/>
              <a:chExt cx="4063997" cy="1190647"/>
            </a:xfrm>
          </p:grpSpPr>
          <p:sp>
            <p:nvSpPr>
              <p:cNvPr descr="a4e9c7a0-4f6a-47b1-8583-abb6b2f38cbb" id="16" name="Bullet5">
                <a:extLst>
                  <a:ext uri="{FF2B5EF4-FFF2-40B4-BE49-F238E27FC236}">
                    <a16:creationId id="{16D45FF4-4BCD-9736-0631-96CA7171EFFE}"/>
                  </a:ext>
                </a:extLst>
              </p:cNvPr>
              <p:cNvSpPr>
                <a:spLocks/>
              </p:cNvSpPr>
              <p:nvPr/>
            </p:nvSpPr>
            <p:spPr>
              <a:xfrm flipH="true" flipV="false">
                <a:off x="7454899" y="4435455"/>
                <a:ext cx="4063995" cy="550800"/>
              </a:xfrm>
              <a:prstGeom prst="roundRect">
                <a:avLst>
                  <a:gd fmla="val 1189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Funding and Resources</a:t>
                </a:r>
              </a:p>
            </p:txBody>
          </p:sp>
          <p:sp>
            <p:nvSpPr>
              <p:cNvPr descr="431aafe3-5bca-4fa7-8ace-98fe359d0425" id="17" name="Text5">
                <a:extLst>
                  <a:ext uri="{FF2B5EF4-FFF2-40B4-BE49-F238E27FC236}">
                    <a16:creationId id="{0A672B13-06FA-B4EC-F498-824D1691C34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454901" y="5075302"/>
                <a:ext cx="4063995" cy="5508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latin typeface="Arial"/>
                  </a:rPr>
                  <a:t>Securing adequate financial resources and expertise for effective preservation of modern heritage.</a:t>
                </a:r>
              </a:p>
            </p:txBody>
          </p:sp>
        </p:grpSp>
        <p:cxnSp>
          <p:nvCxnSpPr>
            <p:cNvPr descr="b04c61a7-82df-47d3-815f-6c6f353fd7b2" id="21" name="连接符: 肘形 20">
              <a:extLst>
                <a:ext uri="{FF2B5EF4-FFF2-40B4-BE49-F238E27FC236}">
                  <a16:creationId id="{549AFC17-B69F-A5BC-3307-E8565AEB4A11}"/>
                </a:ext>
              </a:extLst>
            </p:cNvPr>
            <p:cNvCxnSpPr>
              <a:cxnSpLocks/>
              <a:stCxn id="2" idx="3"/>
              <a:endCxn id="7" idx="3"/>
            </p:cNvCxnSpPr>
            <p:nvPr/>
          </p:nvCxnSpPr>
          <p:spPr>
            <a:xfrm flipH="false" flipV="true">
              <a:off x="3194462" y="2362577"/>
              <a:ext cx="748146" cy="1269622"/>
            </a:xfrm>
            <a:prstGeom prst="bentConnector3">
              <a:avLst>
                <a:gd fmla="val 50000" name="adj1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ee6133b-613f-4c8c-af0b-cf576cd12c36" id="33" name="连接符: 肘形 32">
              <a:extLst>
                <a:ext uri="{FF2B5EF4-FFF2-40B4-BE49-F238E27FC236}">
                  <a16:creationId id="{B94E9FA9-332A-EF13-BC28-7C157C9F11EE}"/>
                </a:ext>
              </a:extLst>
            </p:cNvPr>
            <p:cNvCxnSpPr>
              <a:cxnSpLocks/>
              <a:stCxn id="2" idx="3"/>
              <a:endCxn id="10" idx="3"/>
            </p:cNvCxnSpPr>
            <p:nvPr/>
          </p:nvCxnSpPr>
          <p:spPr>
            <a:xfrm flipH="false" flipV="true">
              <a:off x="3194462" y="3381271"/>
              <a:ext cx="748146" cy="250928"/>
            </a:xfrm>
            <a:prstGeom prst="bentConnector3">
              <a:avLst>
                <a:gd fmla="val 50000" name="adj1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a7e3ce9-aa24-473b-a6e1-438a16ca6c16" id="36" name="连接符: 肘形 35">
              <a:extLst>
                <a:ext uri="{FF2B5EF4-FFF2-40B4-BE49-F238E27FC236}">
                  <a16:creationId id="{AA206197-81A4-DDD6-CB27-A1EE1F8F018F}"/>
                </a:ext>
              </a:extLst>
            </p:cNvPr>
            <p:cNvCxnSpPr>
              <a:cxnSpLocks/>
              <a:stCxn id="2" idx="3"/>
              <a:endCxn id="13" idx="3"/>
            </p:cNvCxnSpPr>
            <p:nvPr/>
          </p:nvCxnSpPr>
          <p:spPr>
            <a:xfrm flipH="false" flipV="false">
              <a:off x="3194462" y="3632199"/>
              <a:ext cx="748146" cy="770586"/>
            </a:xfrm>
            <a:prstGeom prst="bentConnector3">
              <a:avLst>
                <a:gd fmla="val 50000" name="adj1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Challenges in Preservation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726a76a-62da-4e78-8141-4c251ccf747e" id="30" name="adf61607-de47-499a-972c-1af8fe4725b1.source.8.zh-Hans.pptx">
            <a:extLst>
              <a:ext uri="{FF2B5EF4-FFF2-40B4-BE49-F238E27FC236}">
                <a16:creationId id="{B73D9184-5434-1B4B-82ED-24007B5B9297}"/>
              </a:ext>
            </a:extLst>
          </p:cNvPr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descr="16cff959-a702-4b15-8cff-8aac3b951be9" id="29" name="组合 28">
              <a:extLst>
                <a:ext uri="{FF2B5EF4-FFF2-40B4-BE49-F238E27FC236}">
                  <a16:creationId id="{9703CCA9-2954-FDEB-A8E3-B70F51849919}"/>
                </a:ext>
              </a:extLst>
            </p:cNvPr>
            <p:cNvGrpSpPr/>
            <p:nvPr/>
          </p:nvGrpSpPr>
          <p:grpSpPr>
            <a:xfrm>
              <a:off x="660400" y="2396587"/>
              <a:ext cx="10858500" cy="3737513"/>
              <a:chOff x="660400" y="2396587"/>
              <a:chExt cx="10858500" cy="3737513"/>
            </a:xfrm>
          </p:grpSpPr>
          <p:grpSp>
            <p:nvGrpSpPr>
              <p:cNvPr descr="29f9f4b1-6bda-4bd3-8f1f-700cb71921b7" id="4" name="组合 3">
                <a:extLst>
                  <a:ext uri="{FF2B5EF4-FFF2-40B4-BE49-F238E27FC236}">
                    <a16:creationId id="{8A130114-181A-B2AC-507C-8B9FA6A3BAAD}"/>
                  </a:ext>
                </a:extLst>
              </p:cNvPr>
              <p:cNvGrpSpPr/>
              <p:nvPr/>
            </p:nvGrpSpPr>
            <p:grpSpPr>
              <a:xfrm>
                <a:off x="660400" y="2396587"/>
                <a:ext cx="2401193" cy="1800607"/>
                <a:chOff x="660400" y="2396587"/>
                <a:chExt cx="2401193" cy="1800607"/>
              </a:xfrm>
            </p:grpSpPr>
            <p:sp>
              <p:nvSpPr>
                <p:cNvPr descr="4f6e0f73-fbdb-4575-9dc9-ed949cf08af6" id="5" name="Bullet1">
                  <a:extLst>
                    <a:ext uri="{FF2B5EF4-FFF2-40B4-BE49-F238E27FC236}">
                      <a16:creationId id="{055F9AE0-C269-A0B3-0CC5-6312811D2FEC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2660806"/>
                  <a:ext cx="2401193" cy="1536388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Sustainable Innovations</a:t>
                  </a:r>
                </a:p>
              </p:txBody>
            </p:sp>
            <p:sp>
              <p:nvSpPr>
                <p:cNvPr descr="332789a7-c4a1-48a0-a91d-43a0d85472bc" id="6" name="Number1">
                  <a:extLst>
                    <a:ext uri="{FF2B5EF4-FFF2-40B4-BE49-F238E27FC236}">
                      <a16:creationId id="{66516318-8835-112B-4533-451B8A9D4DDD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90996" y="2396587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2aad5531-506f-42b7-91f8-c6e651cfca42" id="8" name="组合 7">
                <a:extLst>
                  <a:ext uri="{FF2B5EF4-FFF2-40B4-BE49-F238E27FC236}">
                    <a16:creationId id="{148CC1B0-3332-344E-0585-85846FC110E3}"/>
                  </a:ext>
                </a:extLst>
              </p:cNvPr>
              <p:cNvGrpSpPr/>
              <p:nvPr/>
            </p:nvGrpSpPr>
            <p:grpSpPr>
              <a:xfrm>
                <a:off x="3479502" y="2396587"/>
                <a:ext cx="2401193" cy="1800607"/>
                <a:chOff x="3479502" y="2396587"/>
                <a:chExt cx="2401193" cy="1800607"/>
              </a:xfrm>
            </p:grpSpPr>
            <p:sp>
              <p:nvSpPr>
                <p:cNvPr descr="c624d173-7b7f-42d3-a9fe-67151f86b4cf" id="9" name="Bullet2">
                  <a:extLst>
                    <a:ext uri="{FF2B5EF4-FFF2-40B4-BE49-F238E27FC236}">
                      <a16:creationId id="{6FF4C3FC-3191-3698-E499-CC351F70C973}"/>
                    </a:ext>
                  </a:extLst>
                </p:cNvPr>
                <p:cNvSpPr/>
                <p:nvPr/>
              </p:nvSpPr>
              <p:spPr>
                <a:xfrm flipH="false" flipV="false">
                  <a:off x="3479502" y="2660806"/>
                  <a:ext cx="2401193" cy="1536388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cap="flat" w="9525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Adaptive Reuse</a:t>
                  </a:r>
                </a:p>
              </p:txBody>
            </p:sp>
            <p:sp>
              <p:nvSpPr>
                <p:cNvPr descr="1972ce9b-a86e-491f-a7c6-9f9d346ed9b9" id="10" name="Number2">
                  <a:extLst>
                    <a:ext uri="{FF2B5EF4-FFF2-40B4-BE49-F238E27FC236}">
                      <a16:creationId id="{B5E66CF2-1AAC-1A33-C391-2575CCC07B6A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410098" y="2396587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898c6c67-15ff-4b1c-a502-045757618c5c" id="11" name="组合 10">
                <a:extLst>
                  <a:ext uri="{FF2B5EF4-FFF2-40B4-BE49-F238E27FC236}">
                    <a16:creationId id="{0BDC5B58-0A5A-490C-E264-07A754CE9F64}"/>
                  </a:ext>
                </a:extLst>
              </p:cNvPr>
              <p:cNvGrpSpPr/>
              <p:nvPr/>
            </p:nvGrpSpPr>
            <p:grpSpPr>
              <a:xfrm>
                <a:off x="6298604" y="2396587"/>
                <a:ext cx="2401193" cy="1800607"/>
                <a:chOff x="6298604" y="2396587"/>
                <a:chExt cx="2401193" cy="1800607"/>
              </a:xfrm>
            </p:grpSpPr>
            <p:sp>
              <p:nvSpPr>
                <p:cNvPr descr="f7c99ad7-1b63-4ea5-853d-0a8a23f473b1" id="12" name="Bullet3">
                  <a:extLst>
                    <a:ext uri="{FF2B5EF4-FFF2-40B4-BE49-F238E27FC236}">
                      <a16:creationId id="{13D0FCF4-26F7-A87C-CE78-78ECBAC6DECC}"/>
                    </a:ext>
                  </a:extLst>
                </p:cNvPr>
                <p:cNvSpPr/>
                <p:nvPr/>
              </p:nvSpPr>
              <p:spPr>
                <a:xfrm flipH="false" flipV="false">
                  <a:off x="6298604" y="2660806"/>
                  <a:ext cx="2401193" cy="1536388"/>
                </a:xfrm>
                <a:prstGeom prst="snip2DiagRect">
                  <a:avLst/>
                </a:prstGeom>
                <a:solidFill>
                  <a:schemeClr val="accent3">
                    <a:alpha val="15000"/>
                  </a:schemeClr>
                </a:solidFill>
                <a:ln cap="flat" w="9525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Technological Integration</a:t>
                  </a:r>
                </a:p>
              </p:txBody>
            </p:sp>
            <p:sp>
              <p:nvSpPr>
                <p:cNvPr descr="c6b97751-f4ac-4aa1-85a5-0542e1da44c8" id="13" name="Number3">
                  <a:extLst>
                    <a:ext uri="{FF2B5EF4-FFF2-40B4-BE49-F238E27FC236}">
                      <a16:creationId id="{C73338E9-10AA-4141-3033-8DED99338FD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7229200" y="2396587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descr="ab6aee3e-b835-46b8-a4ac-5006bd12d523" id="14" name="组合 13">
                <a:extLst>
                  <a:ext uri="{FF2B5EF4-FFF2-40B4-BE49-F238E27FC236}">
                    <a16:creationId id="{689255C8-0075-C5DD-0E1F-EDC7B032AB82}"/>
                  </a:ext>
                </a:extLst>
              </p:cNvPr>
              <p:cNvGrpSpPr/>
              <p:nvPr/>
            </p:nvGrpSpPr>
            <p:grpSpPr>
              <a:xfrm>
                <a:off x="9117706" y="2396587"/>
                <a:ext cx="2401193" cy="1800607"/>
                <a:chOff x="9117706" y="2396587"/>
                <a:chExt cx="2401193" cy="1800607"/>
              </a:xfrm>
            </p:grpSpPr>
            <p:sp>
              <p:nvSpPr>
                <p:cNvPr descr="0b96628a-2782-4e16-ab0d-89c669077a1a" id="15" name="Bullet4">
                  <a:extLst>
                    <a:ext uri="{FF2B5EF4-FFF2-40B4-BE49-F238E27FC236}">
                      <a16:creationId id="{C22B759D-DA80-E66B-A4F4-1AC9FC2E3703}"/>
                    </a:ext>
                  </a:extLst>
                </p:cNvPr>
                <p:cNvSpPr/>
                <p:nvPr/>
              </p:nvSpPr>
              <p:spPr>
                <a:xfrm flipH="false" flipV="false">
                  <a:off x="9117706" y="2660806"/>
                  <a:ext cx="2401193" cy="1536388"/>
                </a:xfrm>
                <a:prstGeom prst="snip2DiagRect">
                  <a:avLst/>
                </a:prstGeom>
                <a:solidFill>
                  <a:schemeClr val="accent4">
                    <a:alpha val="15000"/>
                  </a:schemeClr>
                </a:solidFill>
                <a:ln cap="flat" w="9525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Global Collaboration</a:t>
                  </a:r>
                </a:p>
              </p:txBody>
            </p:sp>
            <p:sp>
              <p:nvSpPr>
                <p:cNvPr descr="c6cf8e9d-f7a1-4779-8bd3-553788fb50e2" id="16" name="Number4">
                  <a:extLst>
                    <a:ext uri="{FF2B5EF4-FFF2-40B4-BE49-F238E27FC236}">
                      <a16:creationId id="{70C31C93-1EEB-6978-DDC8-DCB2ACBD3DC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0048302" y="2396587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04</a:t>
                  </a:r>
                </a:p>
              </p:txBody>
            </p:sp>
          </p:grpSp>
          <p:grpSp>
            <p:nvGrpSpPr>
              <p:cNvPr descr="ce692620-469f-490f-89db-131c85d24da3" id="17" name="组合 16">
                <a:extLst>
                  <a:ext uri="{FF2B5EF4-FFF2-40B4-BE49-F238E27FC236}">
                    <a16:creationId id="{B1647E8B-C0FE-8A49-396A-082A19898ABC}"/>
                  </a:ext>
                </a:extLst>
              </p:cNvPr>
              <p:cNvGrpSpPr/>
              <p:nvPr/>
            </p:nvGrpSpPr>
            <p:grpSpPr>
              <a:xfrm>
                <a:off x="660400" y="4333493"/>
                <a:ext cx="2401193" cy="1800607"/>
                <a:chOff x="660400" y="4333493"/>
                <a:chExt cx="2401193" cy="1800607"/>
              </a:xfrm>
            </p:grpSpPr>
            <p:sp>
              <p:nvSpPr>
                <p:cNvPr descr="4a63e109-24dd-43c6-8000-23c2701b9468" id="18" name="Bullet5">
                  <a:extLst>
                    <a:ext uri="{FF2B5EF4-FFF2-40B4-BE49-F238E27FC236}">
                      <a16:creationId id="{F8EDAE0E-5620-706A-44E9-AB1C55613F61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4597712"/>
                  <a:ext cx="2401193" cy="1536388"/>
                </a:xfrm>
                <a:prstGeom prst="snip2DiagRect">
                  <a:avLst/>
                </a:prstGeom>
                <a:solidFill>
                  <a:schemeClr val="accent5">
                    <a:alpha val="15000"/>
                  </a:schemeClr>
                </a:solidFill>
                <a:ln cap="flat" w="9525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Cultural Evolution</a:t>
                  </a:r>
                </a:p>
              </p:txBody>
            </p:sp>
            <p:sp>
              <p:nvSpPr>
                <p:cNvPr descr="a18bf1a2-57c1-4d24-b2c4-15d684a5b561" id="19" name="Number5">
                  <a:extLst>
                    <a:ext uri="{FF2B5EF4-FFF2-40B4-BE49-F238E27FC236}">
                      <a16:creationId id="{52B08A86-E0FD-FB4D-85FA-216D46B5B09A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590996" y="4333493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05</a:t>
                  </a:r>
                </a:p>
              </p:txBody>
            </p:sp>
          </p:grpSp>
          <p:grpSp>
            <p:nvGrpSpPr>
              <p:cNvPr descr="db00bed7-78a3-45eb-98ed-ccd8954b1ef8" id="20" name="组合 19">
                <a:extLst>
                  <a:ext uri="{FF2B5EF4-FFF2-40B4-BE49-F238E27FC236}">
                    <a16:creationId id="{D9E889C6-3FE6-FE75-0027-E3A0BC8EF841}"/>
                  </a:ext>
                </a:extLst>
              </p:cNvPr>
              <p:cNvGrpSpPr/>
              <p:nvPr/>
            </p:nvGrpSpPr>
            <p:grpSpPr>
              <a:xfrm>
                <a:off x="3479502" y="4333493"/>
                <a:ext cx="2401193" cy="1800607"/>
                <a:chOff x="3479502" y="4333493"/>
                <a:chExt cx="2401193" cy="1800607"/>
              </a:xfrm>
            </p:grpSpPr>
            <p:sp>
              <p:nvSpPr>
                <p:cNvPr descr="aff934c5-3038-4214-828d-46b3edcd3444" id="21" name="Bullet6">
                  <a:extLst>
                    <a:ext uri="{FF2B5EF4-FFF2-40B4-BE49-F238E27FC236}">
                      <a16:creationId id="{D36785CD-5D69-7877-B123-496285C4004D}"/>
                    </a:ext>
                  </a:extLst>
                </p:cNvPr>
                <p:cNvSpPr/>
                <p:nvPr/>
              </p:nvSpPr>
              <p:spPr>
                <a:xfrm flipH="false" flipV="false">
                  <a:off x="3479502" y="4597712"/>
                  <a:ext cx="2401193" cy="1536388"/>
                </a:xfrm>
                <a:prstGeom prst="snip2DiagRect">
                  <a:avLst/>
                </a:prstGeom>
                <a:solidFill>
                  <a:schemeClr val="accent6">
                    <a:alpha val="15000"/>
                  </a:schemeClr>
                </a:solidFill>
                <a:ln cap="flat" w="9525">
                  <a:solidFill>
                    <a:schemeClr val="accent6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Urban Resilience</a:t>
                  </a:r>
                </a:p>
              </p:txBody>
            </p:sp>
            <p:sp>
              <p:nvSpPr>
                <p:cNvPr descr="4a3b03f2-c169-4cf7-a914-7d3fbb9d1de7" id="22" name="Number6">
                  <a:extLst>
                    <a:ext uri="{FF2B5EF4-FFF2-40B4-BE49-F238E27FC236}">
                      <a16:creationId id="{E65F31DC-FE39-ABEF-FF3E-5D1128DEA4D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410098" y="4333493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50000">
                      <a:schemeClr val="accent6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06</a:t>
                  </a:r>
                </a:p>
              </p:txBody>
            </p:sp>
          </p:grpSp>
          <p:grpSp>
            <p:nvGrpSpPr>
              <p:cNvPr descr="fecb6f9f-4b8f-4c9c-b184-aefbdedc25a2" id="23" name="组合 22">
                <a:extLst>
                  <a:ext uri="{FF2B5EF4-FFF2-40B4-BE49-F238E27FC236}">
                    <a16:creationId id="{AB748BF2-FD20-6F20-5BED-0EB6485B7346}"/>
                  </a:ext>
                </a:extLst>
              </p:cNvPr>
              <p:cNvGrpSpPr/>
              <p:nvPr/>
            </p:nvGrpSpPr>
            <p:grpSpPr>
              <a:xfrm>
                <a:off x="6298604" y="4333493"/>
                <a:ext cx="2401193" cy="1800607"/>
                <a:chOff x="6298604" y="4333493"/>
                <a:chExt cx="2401193" cy="1800607"/>
              </a:xfrm>
            </p:grpSpPr>
            <p:sp>
              <p:nvSpPr>
                <p:cNvPr descr="755ce7be-f941-49be-9230-186fe38b2d07" id="24" name="Bullet7">
                  <a:extLst>
                    <a:ext uri="{FF2B5EF4-FFF2-40B4-BE49-F238E27FC236}">
                      <a16:creationId id="{17773EC6-8505-CBC5-FA6D-4DFC79A5F01D}"/>
                    </a:ext>
                  </a:extLst>
                </p:cNvPr>
                <p:cNvSpPr/>
                <p:nvPr/>
              </p:nvSpPr>
              <p:spPr>
                <a:xfrm flipH="false" flipV="false">
                  <a:off x="6298604" y="4597712"/>
                  <a:ext cx="2401193" cy="1536388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Material Efficiency</a:t>
                  </a:r>
                </a:p>
              </p:txBody>
            </p:sp>
            <p:sp>
              <p:nvSpPr>
                <p:cNvPr descr="b9bd0951-c709-40f3-8779-498f3289f641" id="25" name="Number7">
                  <a:extLst>
                    <a:ext uri="{FF2B5EF4-FFF2-40B4-BE49-F238E27FC236}">
                      <a16:creationId id="{400229D2-48B8-AA91-9013-531529CD9220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7229200" y="4333493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07</a:t>
                  </a:r>
                </a:p>
              </p:txBody>
            </p:sp>
          </p:grpSp>
          <p:grpSp>
            <p:nvGrpSpPr>
              <p:cNvPr descr="39065e71-0db1-4e40-8975-751572745d7c" id="26" name="组合 25">
                <a:extLst>
                  <a:ext uri="{FF2B5EF4-FFF2-40B4-BE49-F238E27FC236}">
                    <a16:creationId id="{2A1660AB-0B2C-1E0E-A94F-B079749CD98F}"/>
                  </a:ext>
                </a:extLst>
              </p:cNvPr>
              <p:cNvGrpSpPr/>
              <p:nvPr/>
            </p:nvGrpSpPr>
            <p:grpSpPr>
              <a:xfrm>
                <a:off x="9117707" y="4333493"/>
                <a:ext cx="2401193" cy="1800607"/>
                <a:chOff x="9117707" y="4333493"/>
                <a:chExt cx="2401193" cy="1800607"/>
              </a:xfrm>
            </p:grpSpPr>
            <p:sp>
              <p:nvSpPr>
                <p:cNvPr descr="d38725e0-9af3-452d-99d1-78b34a5d3519" id="27" name="Bullet8">
                  <a:extLst>
                    <a:ext uri="{FF2B5EF4-FFF2-40B4-BE49-F238E27FC236}">
                      <a16:creationId id="{AA8F200A-975D-F798-B814-269F6A80F844}"/>
                    </a:ext>
                  </a:extLst>
                </p:cNvPr>
                <p:cNvSpPr/>
                <p:nvPr/>
              </p:nvSpPr>
              <p:spPr>
                <a:xfrm flipH="false" flipV="false">
                  <a:off x="9117707" y="4597712"/>
                  <a:ext cx="2401193" cy="1536388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cap="flat" w="9525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000000"/>
                      </a:solidFill>
                      <a:latin typeface="Arial"/>
                    </a:rPr>
                    <a:t>Community Involvement</a:t>
                  </a:r>
                </a:p>
              </p:txBody>
            </p:sp>
            <p:sp>
              <p:nvSpPr>
                <p:cNvPr descr="9a43836d-d09c-4507-bd5c-c28c22412342" id="28" name="Number8">
                  <a:extLst>
                    <a:ext uri="{FF2B5EF4-FFF2-40B4-BE49-F238E27FC236}">
                      <a16:creationId id="{FCDBCCA1-354B-8B21-78D8-5E1AC18C171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0048303" y="4333493"/>
                  <a:ext cx="540000" cy="51591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08</a:t>
                  </a:r>
                </a:p>
              </p:txBody>
            </p:sp>
          </p:grpSp>
        </p:grpSp>
        <p:sp>
          <p:nvSpPr>
            <p:cNvPr descr="92407fd7-40eb-4ec4-bcb3-d6a334d2245c" id="3" name="Title">
              <a:extLst>
                <a:ext uri="{FF2B5EF4-FFF2-40B4-BE49-F238E27FC236}">
                  <a16:creationId id="{91C0CCC9-0DCC-29BD-296E-D7AC9634D63F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0"/>
              <a:ext cx="5540924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000000"/>
                  </a:solidFill>
                  <a:latin typeface="Arial"/>
                </a:rPr>
                <a:t>Looking Ahead</a:t>
              </a:r>
            </a:p>
          </p:txBody>
        </p:sp>
      </p:grpSp>
      <p:sp>
        <p:nvSpPr>
          <p:cNvPr descr="3fe84a23-07dc-4c6d-bced-18907e0d6e9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000000"/>
                </a:solidFill>
                <a:latin typeface="Arial"/>
              </a:rPr>
              <a:t>Future of Modern Architecture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249e28b-3000-4a79-8698-f96ada1b654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000000"/>
                </a:solidFill>
                <a:ea typeface="微软雅黑"/>
              </a:rPr>
              <a:t>谢谢观看</a:t>
            </a:r>
          </a:p>
        </p:txBody>
      </p:sp>
      <p:sp>
        <p:nvSpPr>
          <p:cNvPr descr="e4fef7a5-5cb0-4175-bb44-cf5bfae68a88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000000"/>
                </a:solidFill>
                <a:ea typeface="微软雅黑"/>
              </a:rPr>
              <a:t>报告人名称</a:t>
            </a:r>
          </a:p>
        </p:txBody>
      </p:sp>
      <p:sp>
        <p:nvSpPr>
          <p:cNvPr descr="58cf5b1e-54bf-43e1-a305-fa3f2bfd7372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891850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891850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4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8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creative"/>
</p:tagLst>
</file>

<file path=ppt/tags/tag9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9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2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4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9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8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8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63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DAC08"/>
      </a:accent1>
      <a:accent2>
        <a:srgbClr val="1C1C1C"/>
      </a:accent2>
      <a:accent3>
        <a:srgbClr val="623C0F"/>
      </a:accent3>
      <a:accent4>
        <a:srgbClr val="636361"/>
      </a:accent4>
      <a:accent5>
        <a:srgbClr val="DFA304"/>
      </a:accent5>
      <a:accent6>
        <a:srgbClr val="778495"/>
      </a:accent6>
      <a:hlink>
        <a:srgbClr val="FDAC08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105</Paragraphs>
  <Slides>12</Slides>
  <Notes>7</Notes>
  <TotalTime>125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等线 Light</vt:lpstr>
      <vt:lpstr>等线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2024-01-14T16:00:00Z</dcterms:created>
  <dc:creator>iSlide</dc:creator>
  <cp:lastModifiedBy>秋涵 陈</cp:lastModifiedBy>
  <cp:lastPrinted>2024-01-14T16:00:00Z</cp:lastPrinted>
  <dcterms:modified xsi:type="dcterms:W3CDTF">2024-03-05T13:38:01Z</dcterms:modified>
  <cp:revision>2</cp:revision>
  <dc:title>Presentation Title Goes Here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b862a9cf-117e-4066-8785-26fb5776eac6</vt:lpwstr>
  </property>
</Properties>
</file>